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Liter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a3d2dzutr2zm/mnt/agents/output/ai-summarizer/images/1_Modern_blue_and_purple_gradient_technology.png">    </p:cNvPr>
          <p:cNvPicPr>
            <a:picLocks noChangeAspect="1"/>
          </p:cNvPicPr>
          <p:nvPr/>
        </p:nvPicPr>
        <p:blipFill>
          <a:blip r:embed="rId1"/>
          <a:srcRect l="18" r="1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F0F9FF">
                  <a:alpha val="0"/>
                </a:srgbClr>
              </a:gs>
              <a:gs pos="40000">
                <a:srgbClr val="F0F9FF">
                  <a:alpha val="67000"/>
                </a:srgbClr>
              </a:gs>
              <a:gs pos="100000">
                <a:srgbClr val="F8FAFC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286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Multilingual</a:t>
            </a:r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Text Summarizer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048000" y="33655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Optical Character Recognition (OCR)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0" y="4127500"/>
            <a:ext cx="2540000" cy="50800"/>
          </a:xfrm>
          <a:prstGeom prst="rect">
            <a:avLst/>
          </a:pr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683000" y="4508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Science &amp; Engineering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5461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8000" y="5905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the Guidance of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[Guide Name]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83000" y="7112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[College / University Name]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93000" y="1270000"/>
            <a:ext cx="1270000" cy="1016000"/>
          </a:xfrm>
          <a:custGeom>
            <a:avLst/>
            <a:gdLst/>
            <a:ahLst/>
            <a:cxnLst/>
            <a:rect l="l" t="t" r="r" b="b"/>
            <a:pathLst>
              <a:path w="1270000" h="1016000">
                <a:moveTo>
                  <a:pt x="698500" y="0"/>
                </a:moveTo>
                <a:cubicBezTo>
                  <a:pt x="698500" y="-35123"/>
                  <a:pt x="670123" y="-63500"/>
                  <a:pt x="635000" y="-63500"/>
                </a:cubicBezTo>
                <a:cubicBezTo>
                  <a:pt x="599877" y="-63500"/>
                  <a:pt x="571500" y="-35123"/>
                  <a:pt x="571500" y="0"/>
                </a:cubicBezTo>
                <a:lnTo>
                  <a:pt x="571500" y="127000"/>
                </a:lnTo>
                <a:lnTo>
                  <a:pt x="381000" y="127000"/>
                </a:lnTo>
                <a:cubicBezTo>
                  <a:pt x="275828" y="127000"/>
                  <a:pt x="190500" y="212328"/>
                  <a:pt x="190500" y="317500"/>
                </a:cubicBezTo>
                <a:lnTo>
                  <a:pt x="190500" y="762000"/>
                </a:lnTo>
                <a:cubicBezTo>
                  <a:pt x="190500" y="867172"/>
                  <a:pt x="275828" y="952500"/>
                  <a:pt x="381000" y="952500"/>
                </a:cubicBezTo>
                <a:lnTo>
                  <a:pt x="889000" y="952500"/>
                </a:lnTo>
                <a:cubicBezTo>
                  <a:pt x="994172" y="952500"/>
                  <a:pt x="1079500" y="867172"/>
                  <a:pt x="1079500" y="762000"/>
                </a:cubicBezTo>
                <a:lnTo>
                  <a:pt x="1079500" y="317500"/>
                </a:lnTo>
                <a:cubicBezTo>
                  <a:pt x="1079500" y="212328"/>
                  <a:pt x="994172" y="127000"/>
                  <a:pt x="889000" y="127000"/>
                </a:cubicBezTo>
                <a:lnTo>
                  <a:pt x="698500" y="127000"/>
                </a:lnTo>
                <a:lnTo>
                  <a:pt x="698500" y="0"/>
                </a:lnTo>
                <a:close/>
                <a:moveTo>
                  <a:pt x="317500" y="730250"/>
                </a:moveTo>
                <a:cubicBezTo>
                  <a:pt x="317500" y="703858"/>
                  <a:pt x="338733" y="682625"/>
                  <a:pt x="365125" y="682625"/>
                </a:cubicBezTo>
                <a:lnTo>
                  <a:pt x="428625" y="682625"/>
                </a:lnTo>
                <a:cubicBezTo>
                  <a:pt x="455017" y="682625"/>
                  <a:pt x="476250" y="703858"/>
                  <a:pt x="476250" y="730250"/>
                </a:cubicBezTo>
                <a:cubicBezTo>
                  <a:pt x="476250" y="756642"/>
                  <a:pt x="455017" y="777875"/>
                  <a:pt x="428625" y="777875"/>
                </a:cubicBezTo>
                <a:lnTo>
                  <a:pt x="365125" y="777875"/>
                </a:lnTo>
                <a:cubicBezTo>
                  <a:pt x="338733" y="777875"/>
                  <a:pt x="317500" y="756642"/>
                  <a:pt x="317500" y="730250"/>
                </a:cubicBezTo>
                <a:close/>
                <a:moveTo>
                  <a:pt x="555625" y="730250"/>
                </a:moveTo>
                <a:cubicBezTo>
                  <a:pt x="555625" y="703858"/>
                  <a:pt x="576858" y="682625"/>
                  <a:pt x="603250" y="682625"/>
                </a:cubicBezTo>
                <a:lnTo>
                  <a:pt x="666750" y="682625"/>
                </a:lnTo>
                <a:cubicBezTo>
                  <a:pt x="693142" y="682625"/>
                  <a:pt x="714375" y="703858"/>
                  <a:pt x="714375" y="730250"/>
                </a:cubicBezTo>
                <a:cubicBezTo>
                  <a:pt x="714375" y="756642"/>
                  <a:pt x="693142" y="777875"/>
                  <a:pt x="666750" y="777875"/>
                </a:cubicBezTo>
                <a:lnTo>
                  <a:pt x="603250" y="777875"/>
                </a:lnTo>
                <a:cubicBezTo>
                  <a:pt x="576858" y="777875"/>
                  <a:pt x="555625" y="756642"/>
                  <a:pt x="555625" y="730250"/>
                </a:cubicBezTo>
                <a:close/>
                <a:moveTo>
                  <a:pt x="793750" y="730250"/>
                </a:moveTo>
                <a:cubicBezTo>
                  <a:pt x="793750" y="703858"/>
                  <a:pt x="814983" y="682625"/>
                  <a:pt x="841375" y="682625"/>
                </a:cubicBezTo>
                <a:lnTo>
                  <a:pt x="904875" y="682625"/>
                </a:lnTo>
                <a:cubicBezTo>
                  <a:pt x="931267" y="682625"/>
                  <a:pt x="952500" y="703858"/>
                  <a:pt x="952500" y="730250"/>
                </a:cubicBezTo>
                <a:cubicBezTo>
                  <a:pt x="952500" y="756642"/>
                  <a:pt x="931267" y="777875"/>
                  <a:pt x="904875" y="777875"/>
                </a:cubicBezTo>
                <a:lnTo>
                  <a:pt x="841375" y="777875"/>
                </a:lnTo>
                <a:cubicBezTo>
                  <a:pt x="814983" y="777875"/>
                  <a:pt x="793750" y="756642"/>
                  <a:pt x="793750" y="730250"/>
                </a:cubicBezTo>
                <a:close/>
                <a:moveTo>
                  <a:pt x="444500" y="349250"/>
                </a:moveTo>
                <a:cubicBezTo>
                  <a:pt x="497070" y="349250"/>
                  <a:pt x="539750" y="391930"/>
                  <a:pt x="539750" y="444500"/>
                </a:cubicBezTo>
                <a:cubicBezTo>
                  <a:pt x="539750" y="497070"/>
                  <a:pt x="497070" y="539750"/>
                  <a:pt x="444500" y="539750"/>
                </a:cubicBezTo>
                <a:cubicBezTo>
                  <a:pt x="391930" y="539750"/>
                  <a:pt x="349250" y="497070"/>
                  <a:pt x="349250" y="444500"/>
                </a:cubicBezTo>
                <a:cubicBezTo>
                  <a:pt x="349250" y="391930"/>
                  <a:pt x="391930" y="349250"/>
                  <a:pt x="444500" y="349250"/>
                </a:cubicBezTo>
                <a:close/>
                <a:moveTo>
                  <a:pt x="730250" y="444500"/>
                </a:moveTo>
                <a:cubicBezTo>
                  <a:pt x="730250" y="391930"/>
                  <a:pt x="772930" y="349250"/>
                  <a:pt x="825500" y="349250"/>
                </a:cubicBezTo>
                <a:cubicBezTo>
                  <a:pt x="878070" y="349250"/>
                  <a:pt x="920750" y="391930"/>
                  <a:pt x="920750" y="444500"/>
                </a:cubicBezTo>
                <a:cubicBezTo>
                  <a:pt x="920750" y="497070"/>
                  <a:pt x="878070" y="539750"/>
                  <a:pt x="825500" y="539750"/>
                </a:cubicBezTo>
                <a:cubicBezTo>
                  <a:pt x="772930" y="539750"/>
                  <a:pt x="730250" y="497070"/>
                  <a:pt x="730250" y="444500"/>
                </a:cubicBezTo>
                <a:close/>
                <a:moveTo>
                  <a:pt x="127000" y="444500"/>
                </a:moveTo>
                <a:cubicBezTo>
                  <a:pt x="127000" y="409377"/>
                  <a:pt x="98623" y="381000"/>
                  <a:pt x="63500" y="381000"/>
                </a:cubicBezTo>
                <a:cubicBezTo>
                  <a:pt x="28377" y="381000"/>
                  <a:pt x="0" y="409377"/>
                  <a:pt x="0" y="444500"/>
                </a:cubicBezTo>
                <a:lnTo>
                  <a:pt x="0" y="635000"/>
                </a:lnTo>
                <a:cubicBezTo>
                  <a:pt x="0" y="670123"/>
                  <a:pt x="28377" y="698500"/>
                  <a:pt x="63500" y="698500"/>
                </a:cubicBezTo>
                <a:cubicBezTo>
                  <a:pt x="98623" y="698500"/>
                  <a:pt x="127000" y="670123"/>
                  <a:pt x="127000" y="635000"/>
                </a:cubicBezTo>
                <a:lnTo>
                  <a:pt x="127000" y="444500"/>
                </a:lnTo>
                <a:close/>
                <a:moveTo>
                  <a:pt x="1206500" y="381000"/>
                </a:moveTo>
                <a:cubicBezTo>
                  <a:pt x="1171377" y="381000"/>
                  <a:pt x="1143000" y="409377"/>
                  <a:pt x="1143000" y="444500"/>
                </a:cubicBezTo>
                <a:lnTo>
                  <a:pt x="1143000" y="635000"/>
                </a:lnTo>
                <a:cubicBezTo>
                  <a:pt x="1143000" y="670123"/>
                  <a:pt x="1171377" y="698500"/>
                  <a:pt x="1206500" y="698500"/>
                </a:cubicBezTo>
                <a:cubicBezTo>
                  <a:pt x="1241623" y="698500"/>
                  <a:pt x="1270000" y="670123"/>
                  <a:pt x="1270000" y="635000"/>
                </a:cubicBezTo>
                <a:lnTo>
                  <a:pt x="1270000" y="444500"/>
                </a:lnTo>
                <a:cubicBezTo>
                  <a:pt x="1270000" y="409377"/>
                  <a:pt x="1241623" y="381000"/>
                  <a:pt x="1206500" y="381000"/>
                </a:cubicBezTo>
                <a:close/>
              </a:path>
            </a:pathLst>
          </a:cu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8100000" scaled="1"/>
          </a:gradFill>
          <a:ln/>
        </p:spPr>
      </p:sp>
      <p:sp>
        <p:nvSpPr>
          <p:cNvPr id="13" name="Shape 10"/>
          <p:cNvSpPr/>
          <p:nvPr/>
        </p:nvSpPr>
        <p:spPr>
          <a:xfrm>
            <a:off x="6223000" y="7874000"/>
            <a:ext cx="3810000" cy="508000"/>
          </a:xfrm>
          <a:prstGeom prst="roundRect">
            <a:avLst>
              <a:gd name="adj" fmla="val 20000"/>
            </a:avLst>
          </a:pr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0" scaled="1"/>
          </a:gradFill>
          <a:ln/>
          <a:effectLst>
            <a:outerShdw sx="100000" sy="100000" kx="0" ky="0" algn="bl" rotWithShape="0" blurRad="101600" dist="38100" dir="5400000">
              <a:srgbClr val="4f46e5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23000" y="7874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Science Project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6650" y="165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07156" y="228600"/>
                </a:moveTo>
                <a:cubicBezTo>
                  <a:pt x="95280" y="228600"/>
                  <a:pt x="85725" y="238155"/>
                  <a:pt x="85725" y="250031"/>
                </a:cubicBezTo>
                <a:cubicBezTo>
                  <a:pt x="85725" y="261908"/>
                  <a:pt x="95280" y="271463"/>
                  <a:pt x="107156" y="271463"/>
                </a:cubicBezTo>
                <a:lnTo>
                  <a:pt x="235744" y="271463"/>
                </a:lnTo>
                <a:cubicBezTo>
                  <a:pt x="247620" y="271463"/>
                  <a:pt x="257175" y="261908"/>
                  <a:pt x="257175" y="250031"/>
                </a:cubicBezTo>
                <a:cubicBezTo>
                  <a:pt x="257175" y="238155"/>
                  <a:pt x="247620" y="228600"/>
                  <a:pt x="235744" y="228600"/>
                </a:cubicBezTo>
                <a:lnTo>
                  <a:pt x="107156" y="22860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35744" y="357188"/>
                </a:lnTo>
                <a:cubicBezTo>
                  <a:pt x="247620" y="357188"/>
                  <a:pt x="257175" y="347633"/>
                  <a:pt x="257175" y="335756"/>
                </a:cubicBezTo>
                <a:cubicBezTo>
                  <a:pt x="257175" y="323880"/>
                  <a:pt x="247620" y="314325"/>
                  <a:pt x="235744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625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Overload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21336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Professionals face overwhelming volumes of lengthy documents and reports. Reading large texts consumes significant time and effort daily.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3970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56650" y="165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82689" y="400050"/>
                </a:moveTo>
                <a:lnTo>
                  <a:pt x="260211" y="400050"/>
                </a:lnTo>
                <a:cubicBezTo>
                  <a:pt x="274320" y="400050"/>
                  <a:pt x="285750" y="388620"/>
                  <a:pt x="285750" y="374511"/>
                </a:cubicBezTo>
                <a:cubicBezTo>
                  <a:pt x="285750" y="367992"/>
                  <a:pt x="283250" y="361652"/>
                  <a:pt x="278696" y="356920"/>
                </a:cubicBezTo>
                <a:lnTo>
                  <a:pt x="192256" y="266015"/>
                </a:lnTo>
                <a:cubicBezTo>
                  <a:pt x="186898" y="260390"/>
                  <a:pt x="179397" y="257175"/>
                  <a:pt x="171539" y="257175"/>
                </a:cubicBezTo>
                <a:lnTo>
                  <a:pt x="171271" y="257175"/>
                </a:lnTo>
                <a:cubicBezTo>
                  <a:pt x="163413" y="257175"/>
                  <a:pt x="156002" y="260390"/>
                  <a:pt x="150555" y="266015"/>
                </a:cubicBezTo>
                <a:lnTo>
                  <a:pt x="64204" y="356920"/>
                </a:lnTo>
                <a:cubicBezTo>
                  <a:pt x="59650" y="361652"/>
                  <a:pt x="57150" y="367992"/>
                  <a:pt x="57150" y="374511"/>
                </a:cubicBezTo>
                <a:cubicBezTo>
                  <a:pt x="57150" y="388620"/>
                  <a:pt x="68580" y="400050"/>
                  <a:pt x="82689" y="40005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1625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 Barriers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99500" y="21336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Critical information is often locked inside scanned PDFs, images, and non-editable documents, making it inaccessible for quick analysis or digital processing workflows.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8735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0925" y="4127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42875" y="0"/>
                </a:moveTo>
                <a:cubicBezTo>
                  <a:pt x="158681" y="0"/>
                  <a:pt x="171450" y="12769"/>
                  <a:pt x="171450" y="28575"/>
                </a:cubicBezTo>
                <a:lnTo>
                  <a:pt x="171450" y="57150"/>
                </a:lnTo>
                <a:lnTo>
                  <a:pt x="285750" y="57150"/>
                </a:lnTo>
                <a:cubicBezTo>
                  <a:pt x="301556" y="57150"/>
                  <a:pt x="314325" y="69919"/>
                  <a:pt x="314325" y="85725"/>
                </a:cubicBezTo>
                <a:cubicBezTo>
                  <a:pt x="314325" y="101531"/>
                  <a:pt x="301556" y="114300"/>
                  <a:pt x="285750" y="114300"/>
                </a:cubicBezTo>
                <a:lnTo>
                  <a:pt x="277178" y="114300"/>
                </a:lnTo>
                <a:lnTo>
                  <a:pt x="269677" y="134928"/>
                </a:lnTo>
                <a:cubicBezTo>
                  <a:pt x="255032" y="175290"/>
                  <a:pt x="232976" y="212169"/>
                  <a:pt x="205204" y="243870"/>
                </a:cubicBezTo>
                <a:cubicBezTo>
                  <a:pt x="217884" y="251728"/>
                  <a:pt x="231100" y="258693"/>
                  <a:pt x="244852" y="264855"/>
                </a:cubicBezTo>
                <a:lnTo>
                  <a:pt x="289858" y="284857"/>
                </a:lnTo>
                <a:lnTo>
                  <a:pt x="345400" y="159841"/>
                </a:lnTo>
                <a:cubicBezTo>
                  <a:pt x="349954" y="149483"/>
                  <a:pt x="360224" y="142875"/>
                  <a:pt x="371475" y="142875"/>
                </a:cubicBezTo>
                <a:cubicBezTo>
                  <a:pt x="382726" y="142875"/>
                  <a:pt x="392996" y="149483"/>
                  <a:pt x="397550" y="159841"/>
                </a:cubicBezTo>
                <a:lnTo>
                  <a:pt x="511850" y="417016"/>
                </a:lnTo>
                <a:cubicBezTo>
                  <a:pt x="518279" y="431483"/>
                  <a:pt x="511760" y="448360"/>
                  <a:pt x="497384" y="454700"/>
                </a:cubicBezTo>
                <a:cubicBezTo>
                  <a:pt x="483007" y="461040"/>
                  <a:pt x="466040" y="454610"/>
                  <a:pt x="459700" y="440234"/>
                </a:cubicBezTo>
                <a:lnTo>
                  <a:pt x="441841" y="400050"/>
                </a:lnTo>
                <a:lnTo>
                  <a:pt x="301198" y="400050"/>
                </a:lnTo>
                <a:lnTo>
                  <a:pt x="283339" y="440234"/>
                </a:lnTo>
                <a:cubicBezTo>
                  <a:pt x="276910" y="454700"/>
                  <a:pt x="260032" y="461129"/>
                  <a:pt x="245656" y="454700"/>
                </a:cubicBezTo>
                <a:cubicBezTo>
                  <a:pt x="231279" y="448270"/>
                  <a:pt x="224760" y="431393"/>
                  <a:pt x="231190" y="417016"/>
                </a:cubicBezTo>
                <a:lnTo>
                  <a:pt x="266730" y="337096"/>
                </a:lnTo>
                <a:lnTo>
                  <a:pt x="221724" y="317093"/>
                </a:lnTo>
                <a:cubicBezTo>
                  <a:pt x="201186" y="307985"/>
                  <a:pt x="181541" y="297091"/>
                  <a:pt x="162967" y="284589"/>
                </a:cubicBezTo>
                <a:cubicBezTo>
                  <a:pt x="143947" y="299948"/>
                  <a:pt x="123140" y="313343"/>
                  <a:pt x="100905" y="324505"/>
                </a:cubicBezTo>
                <a:lnTo>
                  <a:pt x="69919" y="339864"/>
                </a:lnTo>
                <a:cubicBezTo>
                  <a:pt x="55811" y="346918"/>
                  <a:pt x="38666" y="341203"/>
                  <a:pt x="31611" y="327094"/>
                </a:cubicBezTo>
                <a:cubicBezTo>
                  <a:pt x="24557" y="312986"/>
                  <a:pt x="30272" y="295841"/>
                  <a:pt x="44381" y="288786"/>
                </a:cubicBezTo>
                <a:lnTo>
                  <a:pt x="75188" y="273338"/>
                </a:lnTo>
                <a:cubicBezTo>
                  <a:pt x="89743" y="266015"/>
                  <a:pt x="103584" y="257532"/>
                  <a:pt x="116622" y="248067"/>
                </a:cubicBezTo>
                <a:cubicBezTo>
                  <a:pt x="104299" y="236726"/>
                  <a:pt x="92690" y="224492"/>
                  <a:pt x="81885" y="211544"/>
                </a:cubicBezTo>
                <a:lnTo>
                  <a:pt x="72866" y="200650"/>
                </a:lnTo>
                <a:cubicBezTo>
                  <a:pt x="62776" y="188506"/>
                  <a:pt x="64383" y="170468"/>
                  <a:pt x="76527" y="160377"/>
                </a:cubicBezTo>
                <a:cubicBezTo>
                  <a:pt x="88672" y="150287"/>
                  <a:pt x="106710" y="151894"/>
                  <a:pt x="116800" y="164038"/>
                </a:cubicBezTo>
                <a:lnTo>
                  <a:pt x="125909" y="174933"/>
                </a:lnTo>
                <a:cubicBezTo>
                  <a:pt x="136178" y="187345"/>
                  <a:pt x="147429" y="198864"/>
                  <a:pt x="159306" y="209490"/>
                </a:cubicBezTo>
                <a:cubicBezTo>
                  <a:pt x="183862" y="182344"/>
                  <a:pt x="203240" y="150465"/>
                  <a:pt x="216009" y="115372"/>
                </a:cubicBezTo>
                <a:lnTo>
                  <a:pt x="216456" y="114300"/>
                </a:lnTo>
                <a:lnTo>
                  <a:pt x="28664" y="114300"/>
                </a:lnTo>
                <a:cubicBezTo>
                  <a:pt x="12769" y="114300"/>
                  <a:pt x="0" y="101531"/>
                  <a:pt x="0" y="85725"/>
                </a:cubicBezTo>
                <a:cubicBezTo>
                  <a:pt x="0" y="69919"/>
                  <a:pt x="12769" y="57150"/>
                  <a:pt x="28575" y="57150"/>
                </a:cubicBezTo>
                <a:lnTo>
                  <a:pt x="114300" y="57150"/>
                </a:lnTo>
                <a:lnTo>
                  <a:pt x="114300" y="28575"/>
                </a:lnTo>
                <a:cubicBezTo>
                  <a:pt x="114300" y="12769"/>
                  <a:pt x="127069" y="0"/>
                  <a:pt x="142875" y="0"/>
                </a:cubicBezTo>
                <a:close/>
                <a:moveTo>
                  <a:pt x="371475" y="241816"/>
                </a:moveTo>
                <a:lnTo>
                  <a:pt x="326559" y="342900"/>
                </a:lnTo>
                <a:lnTo>
                  <a:pt x="416391" y="342900"/>
                </a:lnTo>
                <a:lnTo>
                  <a:pt x="371475" y="241816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41021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Barriers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9500" y="46101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 content exists in multiple languages, creating accessibility challenges for non-native speakers who need to consume information in their preferred language.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3873500"/>
            <a:ext cx="7112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99500" y="412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41021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Summarization is Inefficient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99500" y="46101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Manually condensing documents is tedious, error-prone, and not scalable for bulk processing needs in academic and professional environments.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0" y="6350000"/>
            <a:ext cx="7112000" cy="2159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8100000" scaled="1"/>
          </a:gradFill>
          <a:ln/>
          <a:effectLst>
            <a:outerShdw sx="100000" sy="100000" kx="0" ky="0" algn="bl" rotWithShape="0" blurRad="203200" dist="76200" dir="5400000">
              <a:srgbClr val="4f46e5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0925" y="660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35208" y="-24110"/>
                </a:moveTo>
                <a:lnTo>
                  <a:pt x="248424" y="8751"/>
                </a:lnTo>
                <a:lnTo>
                  <a:pt x="281285" y="21967"/>
                </a:lnTo>
                <a:cubicBezTo>
                  <a:pt x="283964" y="23039"/>
                  <a:pt x="285750" y="25718"/>
                  <a:pt x="285750" y="28575"/>
                </a:cubicBezTo>
                <a:cubicBezTo>
                  <a:pt x="285750" y="31433"/>
                  <a:pt x="283964" y="34111"/>
                  <a:pt x="281285" y="35183"/>
                </a:cubicBezTo>
                <a:lnTo>
                  <a:pt x="248424" y="48399"/>
                </a:lnTo>
                <a:lnTo>
                  <a:pt x="235208" y="81260"/>
                </a:lnTo>
                <a:cubicBezTo>
                  <a:pt x="234136" y="83939"/>
                  <a:pt x="231458" y="85725"/>
                  <a:pt x="228600" y="85725"/>
                </a:cubicBezTo>
                <a:cubicBezTo>
                  <a:pt x="225742" y="85725"/>
                  <a:pt x="223064" y="83939"/>
                  <a:pt x="221992" y="81260"/>
                </a:cubicBezTo>
                <a:lnTo>
                  <a:pt x="208776" y="48399"/>
                </a:lnTo>
                <a:lnTo>
                  <a:pt x="175915" y="35183"/>
                </a:lnTo>
                <a:cubicBezTo>
                  <a:pt x="173236" y="34111"/>
                  <a:pt x="171450" y="31432"/>
                  <a:pt x="171450" y="28575"/>
                </a:cubicBezTo>
                <a:cubicBezTo>
                  <a:pt x="171450" y="25718"/>
                  <a:pt x="173236" y="23039"/>
                  <a:pt x="175915" y="21967"/>
                </a:cubicBezTo>
                <a:lnTo>
                  <a:pt x="208776" y="8751"/>
                </a:lnTo>
                <a:lnTo>
                  <a:pt x="221992" y="-24110"/>
                </a:lnTo>
                <a:cubicBezTo>
                  <a:pt x="223064" y="-26789"/>
                  <a:pt x="225743" y="-28575"/>
                  <a:pt x="228600" y="-28575"/>
                </a:cubicBezTo>
                <a:cubicBezTo>
                  <a:pt x="231458" y="-28575"/>
                  <a:pt x="234136" y="-26789"/>
                  <a:pt x="235208" y="-24110"/>
                </a:cubicBezTo>
                <a:close/>
                <a:moveTo>
                  <a:pt x="98852" y="37237"/>
                </a:moveTo>
                <a:lnTo>
                  <a:pt x="118050" y="81975"/>
                </a:lnTo>
                <a:lnTo>
                  <a:pt x="162788" y="101173"/>
                </a:lnTo>
                <a:cubicBezTo>
                  <a:pt x="168057" y="103406"/>
                  <a:pt x="171450" y="108585"/>
                  <a:pt x="171450" y="114300"/>
                </a:cubicBezTo>
                <a:cubicBezTo>
                  <a:pt x="171450" y="120015"/>
                  <a:pt x="168057" y="125194"/>
                  <a:pt x="162788" y="127427"/>
                </a:cubicBezTo>
                <a:lnTo>
                  <a:pt x="118050" y="146625"/>
                </a:lnTo>
                <a:lnTo>
                  <a:pt x="98852" y="191363"/>
                </a:lnTo>
                <a:cubicBezTo>
                  <a:pt x="96619" y="196632"/>
                  <a:pt x="91440" y="200025"/>
                  <a:pt x="85725" y="200025"/>
                </a:cubicBezTo>
                <a:cubicBezTo>
                  <a:pt x="80010" y="200025"/>
                  <a:pt x="74831" y="196632"/>
                  <a:pt x="72598" y="191363"/>
                </a:cubicBezTo>
                <a:lnTo>
                  <a:pt x="53400" y="146625"/>
                </a:lnTo>
                <a:lnTo>
                  <a:pt x="8662" y="127427"/>
                </a:lnTo>
                <a:cubicBezTo>
                  <a:pt x="3393" y="125194"/>
                  <a:pt x="0" y="120015"/>
                  <a:pt x="0" y="114300"/>
                </a:cubicBezTo>
                <a:cubicBezTo>
                  <a:pt x="0" y="108585"/>
                  <a:pt x="3393" y="103406"/>
                  <a:pt x="8662" y="101173"/>
                </a:cubicBezTo>
                <a:lnTo>
                  <a:pt x="53400" y="81975"/>
                </a:lnTo>
                <a:lnTo>
                  <a:pt x="72598" y="37237"/>
                </a:lnTo>
                <a:cubicBezTo>
                  <a:pt x="74831" y="31968"/>
                  <a:pt x="80010" y="28575"/>
                  <a:pt x="85725" y="28575"/>
                </a:cubicBezTo>
                <a:cubicBezTo>
                  <a:pt x="91440" y="28575"/>
                  <a:pt x="96619" y="31968"/>
                  <a:pt x="98852" y="37237"/>
                </a:cubicBezTo>
                <a:close/>
                <a:moveTo>
                  <a:pt x="414338" y="271463"/>
                </a:moveTo>
                <a:cubicBezTo>
                  <a:pt x="420053" y="271463"/>
                  <a:pt x="425232" y="274856"/>
                  <a:pt x="427464" y="280124"/>
                </a:cubicBezTo>
                <a:lnTo>
                  <a:pt x="446663" y="324862"/>
                </a:lnTo>
                <a:lnTo>
                  <a:pt x="491401" y="344061"/>
                </a:lnTo>
                <a:cubicBezTo>
                  <a:pt x="496669" y="346293"/>
                  <a:pt x="500063" y="351473"/>
                  <a:pt x="500063" y="357188"/>
                </a:cubicBezTo>
                <a:cubicBezTo>
                  <a:pt x="500063" y="362903"/>
                  <a:pt x="496669" y="368082"/>
                  <a:pt x="491401" y="370314"/>
                </a:cubicBezTo>
                <a:lnTo>
                  <a:pt x="446663" y="389513"/>
                </a:lnTo>
                <a:lnTo>
                  <a:pt x="427464" y="434251"/>
                </a:lnTo>
                <a:cubicBezTo>
                  <a:pt x="425232" y="439519"/>
                  <a:pt x="420052" y="442913"/>
                  <a:pt x="414337" y="442913"/>
                </a:cubicBezTo>
                <a:cubicBezTo>
                  <a:pt x="408622" y="442913"/>
                  <a:pt x="403443" y="439519"/>
                  <a:pt x="401211" y="434251"/>
                </a:cubicBezTo>
                <a:lnTo>
                  <a:pt x="382012" y="389513"/>
                </a:lnTo>
                <a:lnTo>
                  <a:pt x="337274" y="370314"/>
                </a:lnTo>
                <a:cubicBezTo>
                  <a:pt x="332006" y="368082"/>
                  <a:pt x="328613" y="362903"/>
                  <a:pt x="328613" y="357188"/>
                </a:cubicBezTo>
                <a:cubicBezTo>
                  <a:pt x="328613" y="351473"/>
                  <a:pt x="332006" y="346293"/>
                  <a:pt x="337274" y="344061"/>
                </a:cubicBezTo>
                <a:lnTo>
                  <a:pt x="382012" y="324862"/>
                </a:lnTo>
                <a:lnTo>
                  <a:pt x="401211" y="280124"/>
                </a:lnTo>
                <a:cubicBezTo>
                  <a:pt x="403443" y="274856"/>
                  <a:pt x="408622" y="271463"/>
                  <a:pt x="414337" y="271463"/>
                </a:cubicBezTo>
                <a:close/>
                <a:moveTo>
                  <a:pt x="410766" y="0"/>
                </a:moveTo>
                <a:cubicBezTo>
                  <a:pt x="420588" y="0"/>
                  <a:pt x="430054" y="3929"/>
                  <a:pt x="437108" y="10894"/>
                </a:cubicBezTo>
                <a:lnTo>
                  <a:pt x="474881" y="48667"/>
                </a:lnTo>
                <a:cubicBezTo>
                  <a:pt x="481846" y="55721"/>
                  <a:pt x="485775" y="65187"/>
                  <a:pt x="485775" y="75009"/>
                </a:cubicBezTo>
                <a:cubicBezTo>
                  <a:pt x="485775" y="84832"/>
                  <a:pt x="481846" y="94298"/>
                  <a:pt x="474881" y="101352"/>
                </a:cubicBezTo>
                <a:lnTo>
                  <a:pt x="396121" y="180112"/>
                </a:lnTo>
                <a:lnTo>
                  <a:pt x="305663" y="89654"/>
                </a:lnTo>
                <a:lnTo>
                  <a:pt x="384423" y="10894"/>
                </a:lnTo>
                <a:cubicBezTo>
                  <a:pt x="391478" y="3929"/>
                  <a:pt x="400943" y="0"/>
                  <a:pt x="410766" y="0"/>
                </a:cubicBezTo>
                <a:close/>
                <a:moveTo>
                  <a:pt x="39469" y="355848"/>
                </a:moveTo>
                <a:lnTo>
                  <a:pt x="275392" y="119926"/>
                </a:lnTo>
                <a:lnTo>
                  <a:pt x="365849" y="210383"/>
                </a:lnTo>
                <a:lnTo>
                  <a:pt x="129927" y="446306"/>
                </a:lnTo>
                <a:cubicBezTo>
                  <a:pt x="122873" y="453271"/>
                  <a:pt x="113407" y="457200"/>
                  <a:pt x="103584" y="457200"/>
                </a:cubicBezTo>
                <a:cubicBezTo>
                  <a:pt x="93762" y="457200"/>
                  <a:pt x="84296" y="453271"/>
                  <a:pt x="77242" y="446306"/>
                </a:cubicBezTo>
                <a:lnTo>
                  <a:pt x="39469" y="408533"/>
                </a:lnTo>
                <a:cubicBezTo>
                  <a:pt x="32504" y="401479"/>
                  <a:pt x="28575" y="392013"/>
                  <a:pt x="28575" y="382191"/>
                </a:cubicBezTo>
                <a:cubicBezTo>
                  <a:pt x="28575" y="372368"/>
                  <a:pt x="32504" y="362903"/>
                  <a:pt x="39469" y="3558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524500" y="65786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for Automation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89500" y="70866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 is a pressing need for an intelligent system that can extract, summarize, and translate content across formats and languages seamlessly.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1587500"/>
            <a:ext cx="635000" cy="635000"/>
          </a:xfrm>
          <a:prstGeom prst="ellipse">
            <a:avLst/>
          </a:prstGeom>
          <a:solidFill>
            <a:srgbClr val="4F46E5">
              <a:alpha val="823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1100" y="17018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241300"/>
                </a:lnTo>
                <a:lnTo>
                  <a:pt x="144542" y="241300"/>
                </a:lnTo>
                <a:lnTo>
                  <a:pt x="119936" y="216694"/>
                </a:lnTo>
                <a:cubicBezTo>
                  <a:pt x="112474" y="209233"/>
                  <a:pt x="112474" y="197168"/>
                  <a:pt x="119936" y="189786"/>
                </a:cubicBezTo>
                <a:cubicBezTo>
                  <a:pt x="127397" y="182404"/>
                  <a:pt x="139462" y="182324"/>
                  <a:pt x="146844" y="189786"/>
                </a:cubicBezTo>
                <a:lnTo>
                  <a:pt x="203994" y="246936"/>
                </a:lnTo>
                <a:cubicBezTo>
                  <a:pt x="211455" y="254397"/>
                  <a:pt x="211455" y="266462"/>
                  <a:pt x="203994" y="273844"/>
                </a:cubicBezTo>
                <a:lnTo>
                  <a:pt x="146844" y="330994"/>
                </a:lnTo>
                <a:cubicBezTo>
                  <a:pt x="139383" y="338455"/>
                  <a:pt x="127318" y="338455"/>
                  <a:pt x="119936" y="330994"/>
                </a:cubicBezTo>
                <a:cubicBezTo>
                  <a:pt x="112554" y="323533"/>
                  <a:pt x="112474" y="311467"/>
                  <a:pt x="119936" y="304086"/>
                </a:cubicBezTo>
                <a:lnTo>
                  <a:pt x="144542" y="279479"/>
                </a:lnTo>
                <a:lnTo>
                  <a:pt x="0" y="279479"/>
                </a:lnTo>
                <a:lnTo>
                  <a:pt x="0" y="355679"/>
                </a:lnTo>
                <a:cubicBezTo>
                  <a:pt x="0" y="383699"/>
                  <a:pt x="22781" y="406479"/>
                  <a:pt x="50800" y="406479"/>
                </a:cubicBezTo>
                <a:lnTo>
                  <a:pt x="254000" y="406479"/>
                </a:lnTo>
                <a:cubicBezTo>
                  <a:pt x="282019" y="406479"/>
                  <a:pt x="304800" y="383699"/>
                  <a:pt x="304800" y="355679"/>
                </a:cubicBezTo>
                <a:lnTo>
                  <a:pt x="304800" y="135414"/>
                </a:lnTo>
                <a:cubicBezTo>
                  <a:pt x="304800" y="121920"/>
                  <a:pt x="299482" y="108982"/>
                  <a:pt x="289957" y="99457"/>
                </a:cubicBezTo>
                <a:lnTo>
                  <a:pt x="205343" y="14843"/>
                </a:lnTo>
                <a:cubicBezTo>
                  <a:pt x="195818" y="5318"/>
                  <a:pt x="182959" y="0"/>
                  <a:pt x="169466" y="0"/>
                </a:cubicBezTo>
                <a:lnTo>
                  <a:pt x="50800" y="0"/>
                </a:lnTo>
                <a:close/>
                <a:moveTo>
                  <a:pt x="258366" y="139700"/>
                </a:moveTo>
                <a:lnTo>
                  <a:pt x="184150" y="139700"/>
                </a:lnTo>
                <a:cubicBezTo>
                  <a:pt x="173593" y="139700"/>
                  <a:pt x="165100" y="131207"/>
                  <a:pt x="165100" y="120650"/>
                </a:cubicBezTo>
                <a:lnTo>
                  <a:pt x="165100" y="46434"/>
                </a:lnTo>
                <a:lnTo>
                  <a:pt x="258366" y="139700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1651000"/>
            <a:ext cx="336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Text Extraction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349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Extract raw text from multiple sources: plain text input, PDF documents via PyMuPDF, and images via Tesseract OCR engine.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1587500"/>
            <a:ext cx="635000" cy="635000"/>
          </a:xfrm>
          <a:prstGeom prst="ellipse">
            <a:avLst/>
          </a:prstGeom>
          <a:solidFill>
            <a:srgbClr val="0EA5E9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46800" y="170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651000"/>
            <a:ext cx="336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Summarization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32500" y="2349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 transformer models (BART, mT5) to generate coherent abstractive summaries capturing the essence of lengthy documents.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95000" y="1397000"/>
            <a:ext cx="4699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049000" y="1587500"/>
            <a:ext cx="635000" cy="635000"/>
          </a:xfrm>
          <a:prstGeom prst="ellipse">
            <a:avLst/>
          </a:prstGeom>
          <a:solidFill>
            <a:srgbClr val="F97316">
              <a:alpha val="82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163300" y="170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1874500" y="1651000"/>
            <a:ext cx="3365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Multilingual Translation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049000" y="2349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Translate summaries into 8+ languages: Telugu, Hindi, French, Spanish, German, Chinese, Japanese, and English.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080000"/>
            <a:ext cx="7112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6000" y="5270500"/>
            <a:ext cx="635000" cy="635000"/>
          </a:xfrm>
          <a:prstGeom prst="ellipse">
            <a:avLst/>
          </a:prstGeom>
          <a:solidFill>
            <a:srgbClr val="8B5CF6">
              <a:alpha val="823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04900" y="5384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0"/>
                </a:moveTo>
                <a:cubicBezTo>
                  <a:pt x="48181" y="0"/>
                  <a:pt x="25400" y="22781"/>
                  <a:pt x="25400" y="50800"/>
                </a:cubicBezTo>
                <a:lnTo>
                  <a:pt x="25400" y="355600"/>
                </a:lnTo>
                <a:cubicBezTo>
                  <a:pt x="25400" y="383619"/>
                  <a:pt x="48181" y="406400"/>
                  <a:pt x="76200" y="406400"/>
                </a:cubicBezTo>
                <a:lnTo>
                  <a:pt x="139700" y="406400"/>
                </a:lnTo>
                <a:lnTo>
                  <a:pt x="139700" y="317500"/>
                </a:lnTo>
                <a:cubicBezTo>
                  <a:pt x="139700" y="289481"/>
                  <a:pt x="162481" y="266700"/>
                  <a:pt x="190500" y="266700"/>
                </a:cubicBezTo>
                <a:lnTo>
                  <a:pt x="330200" y="266700"/>
                </a:lnTo>
                <a:lnTo>
                  <a:pt x="330200" y="135334"/>
                </a:lnTo>
                <a:cubicBezTo>
                  <a:pt x="330200" y="121841"/>
                  <a:pt x="324882" y="108903"/>
                  <a:pt x="315357" y="99378"/>
                </a:cubicBezTo>
                <a:lnTo>
                  <a:pt x="230743" y="14843"/>
                </a:lnTo>
                <a:cubicBezTo>
                  <a:pt x="221218" y="5318"/>
                  <a:pt x="208359" y="0"/>
                  <a:pt x="194866" y="0"/>
                </a:cubicBezTo>
                <a:lnTo>
                  <a:pt x="76200" y="0"/>
                </a:lnTo>
                <a:close/>
                <a:moveTo>
                  <a:pt x="283766" y="139700"/>
                </a:moveTo>
                <a:lnTo>
                  <a:pt x="209550" y="139700"/>
                </a:lnTo>
                <a:cubicBezTo>
                  <a:pt x="198993" y="139700"/>
                  <a:pt x="190500" y="131207"/>
                  <a:pt x="190500" y="120650"/>
                </a:cubicBezTo>
                <a:lnTo>
                  <a:pt x="190500" y="46434"/>
                </a:lnTo>
                <a:lnTo>
                  <a:pt x="283766" y="139700"/>
                </a:lnTo>
                <a:close/>
                <a:moveTo>
                  <a:pt x="190500" y="301625"/>
                </a:moveTo>
                <a:cubicBezTo>
                  <a:pt x="181769" y="301625"/>
                  <a:pt x="174625" y="308769"/>
                  <a:pt x="174625" y="317500"/>
                </a:cubicBezTo>
                <a:lnTo>
                  <a:pt x="174625" y="419100"/>
                </a:lnTo>
                <a:cubicBezTo>
                  <a:pt x="174625" y="427831"/>
                  <a:pt x="181769" y="434975"/>
                  <a:pt x="190500" y="434975"/>
                </a:cubicBezTo>
                <a:cubicBezTo>
                  <a:pt x="199231" y="434975"/>
                  <a:pt x="206375" y="427831"/>
                  <a:pt x="206375" y="419100"/>
                </a:cubicBezTo>
                <a:lnTo>
                  <a:pt x="206375" y="396875"/>
                </a:lnTo>
                <a:lnTo>
                  <a:pt x="215900" y="396875"/>
                </a:lnTo>
                <a:cubicBezTo>
                  <a:pt x="242173" y="396875"/>
                  <a:pt x="263525" y="375523"/>
                  <a:pt x="263525" y="349250"/>
                </a:cubicBezTo>
                <a:cubicBezTo>
                  <a:pt x="263525" y="322977"/>
                  <a:pt x="242173" y="301625"/>
                  <a:pt x="215900" y="301625"/>
                </a:cubicBezTo>
                <a:lnTo>
                  <a:pt x="190500" y="301625"/>
                </a:lnTo>
                <a:close/>
                <a:moveTo>
                  <a:pt x="215900" y="365125"/>
                </a:moveTo>
                <a:lnTo>
                  <a:pt x="206375" y="365125"/>
                </a:lnTo>
                <a:lnTo>
                  <a:pt x="206375" y="333375"/>
                </a:lnTo>
                <a:lnTo>
                  <a:pt x="215900" y="333375"/>
                </a:lnTo>
                <a:cubicBezTo>
                  <a:pt x="224631" y="333375"/>
                  <a:pt x="231775" y="340519"/>
                  <a:pt x="231775" y="349250"/>
                </a:cubicBezTo>
                <a:cubicBezTo>
                  <a:pt x="231775" y="357981"/>
                  <a:pt x="224631" y="365125"/>
                  <a:pt x="215900" y="365125"/>
                </a:cubicBezTo>
                <a:close/>
                <a:moveTo>
                  <a:pt x="292100" y="301625"/>
                </a:moveTo>
                <a:cubicBezTo>
                  <a:pt x="283369" y="301625"/>
                  <a:pt x="276225" y="308769"/>
                  <a:pt x="276225" y="317500"/>
                </a:cubicBezTo>
                <a:lnTo>
                  <a:pt x="276225" y="419100"/>
                </a:lnTo>
                <a:cubicBezTo>
                  <a:pt x="276225" y="427831"/>
                  <a:pt x="283369" y="434975"/>
                  <a:pt x="292100" y="434975"/>
                </a:cubicBezTo>
                <a:lnTo>
                  <a:pt x="317500" y="434975"/>
                </a:lnTo>
                <a:cubicBezTo>
                  <a:pt x="340281" y="434975"/>
                  <a:pt x="358775" y="416481"/>
                  <a:pt x="358775" y="393700"/>
                </a:cubicBezTo>
                <a:lnTo>
                  <a:pt x="358775" y="342900"/>
                </a:lnTo>
                <a:cubicBezTo>
                  <a:pt x="358775" y="320119"/>
                  <a:pt x="340281" y="301625"/>
                  <a:pt x="317500" y="301625"/>
                </a:cubicBezTo>
                <a:lnTo>
                  <a:pt x="292100" y="301625"/>
                </a:lnTo>
                <a:close/>
                <a:moveTo>
                  <a:pt x="307975" y="403225"/>
                </a:moveTo>
                <a:lnTo>
                  <a:pt x="307975" y="333375"/>
                </a:lnTo>
                <a:lnTo>
                  <a:pt x="317500" y="333375"/>
                </a:lnTo>
                <a:cubicBezTo>
                  <a:pt x="322739" y="333375"/>
                  <a:pt x="327025" y="337661"/>
                  <a:pt x="327025" y="342900"/>
                </a:cubicBezTo>
                <a:lnTo>
                  <a:pt x="327025" y="393700"/>
                </a:lnTo>
                <a:cubicBezTo>
                  <a:pt x="327025" y="398939"/>
                  <a:pt x="322739" y="403225"/>
                  <a:pt x="317500" y="403225"/>
                </a:cubicBezTo>
                <a:lnTo>
                  <a:pt x="307975" y="403225"/>
                </a:lnTo>
                <a:close/>
                <a:moveTo>
                  <a:pt x="377825" y="317500"/>
                </a:moveTo>
                <a:lnTo>
                  <a:pt x="377825" y="419100"/>
                </a:lnTo>
                <a:cubicBezTo>
                  <a:pt x="377825" y="427831"/>
                  <a:pt x="384969" y="434975"/>
                  <a:pt x="393700" y="434975"/>
                </a:cubicBezTo>
                <a:cubicBezTo>
                  <a:pt x="402431" y="434975"/>
                  <a:pt x="409575" y="427831"/>
                  <a:pt x="409575" y="419100"/>
                </a:cubicBezTo>
                <a:lnTo>
                  <a:pt x="409575" y="384175"/>
                </a:lnTo>
                <a:lnTo>
                  <a:pt x="431800" y="384175"/>
                </a:lnTo>
                <a:cubicBezTo>
                  <a:pt x="440531" y="384175"/>
                  <a:pt x="447675" y="377031"/>
                  <a:pt x="447675" y="368300"/>
                </a:cubicBezTo>
                <a:cubicBezTo>
                  <a:pt x="447675" y="359569"/>
                  <a:pt x="440531" y="352425"/>
                  <a:pt x="431800" y="352425"/>
                </a:cubicBezTo>
                <a:lnTo>
                  <a:pt x="409575" y="352425"/>
                </a:lnTo>
                <a:lnTo>
                  <a:pt x="409575" y="333375"/>
                </a:lnTo>
                <a:lnTo>
                  <a:pt x="431800" y="333375"/>
                </a:lnTo>
                <a:cubicBezTo>
                  <a:pt x="440531" y="333375"/>
                  <a:pt x="447675" y="326231"/>
                  <a:pt x="447675" y="317500"/>
                </a:cubicBezTo>
                <a:cubicBezTo>
                  <a:pt x="447675" y="308769"/>
                  <a:pt x="440531" y="301625"/>
                  <a:pt x="431800" y="301625"/>
                </a:cubicBezTo>
                <a:lnTo>
                  <a:pt x="393700" y="301625"/>
                </a:lnTo>
                <a:cubicBezTo>
                  <a:pt x="384969" y="301625"/>
                  <a:pt x="377825" y="308769"/>
                  <a:pt x="377825" y="3175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1841500" y="5334000"/>
            <a:ext cx="577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Downloadable Output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16000" y="60325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users with one-click PDF download for generated summaries, enabling offline access and easy sharing of condensed knowledge using ReportLab formatting.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382000" y="5080000"/>
            <a:ext cx="71120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36000" y="5270500"/>
            <a:ext cx="635000" cy="635000"/>
          </a:xfrm>
          <a:prstGeom prst="ellipse">
            <a:avLst/>
          </a:prstGeom>
          <a:solidFill>
            <a:srgbClr val="10B981">
              <a:alpha val="823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699500" y="53848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50800" y="76200"/>
                </a:moveTo>
                <a:cubicBezTo>
                  <a:pt x="50800" y="48181"/>
                  <a:pt x="73581" y="25400"/>
                  <a:pt x="101600" y="25400"/>
                </a:cubicBezTo>
                <a:lnTo>
                  <a:pt x="406400" y="25400"/>
                </a:lnTo>
                <a:cubicBezTo>
                  <a:pt x="434419" y="25400"/>
                  <a:pt x="457200" y="48181"/>
                  <a:pt x="457200" y="76200"/>
                </a:cubicBezTo>
                <a:lnTo>
                  <a:pt x="457200" y="266700"/>
                </a:lnTo>
                <a:lnTo>
                  <a:pt x="406400" y="266700"/>
                </a:lnTo>
                <a:lnTo>
                  <a:pt x="406400" y="76200"/>
                </a:lnTo>
                <a:lnTo>
                  <a:pt x="101600" y="76200"/>
                </a:lnTo>
                <a:lnTo>
                  <a:pt x="101600" y="266700"/>
                </a:lnTo>
                <a:lnTo>
                  <a:pt x="50800" y="266700"/>
                </a:lnTo>
                <a:lnTo>
                  <a:pt x="50800" y="76200"/>
                </a:lnTo>
                <a:close/>
                <a:moveTo>
                  <a:pt x="0" y="320040"/>
                </a:moveTo>
                <a:cubicBezTo>
                  <a:pt x="0" y="311626"/>
                  <a:pt x="6826" y="304800"/>
                  <a:pt x="15240" y="304800"/>
                </a:cubicBezTo>
                <a:lnTo>
                  <a:pt x="492760" y="304800"/>
                </a:lnTo>
                <a:cubicBezTo>
                  <a:pt x="501174" y="304800"/>
                  <a:pt x="508000" y="311626"/>
                  <a:pt x="508000" y="320040"/>
                </a:cubicBezTo>
                <a:cubicBezTo>
                  <a:pt x="508000" y="353695"/>
                  <a:pt x="480695" y="381000"/>
                  <a:pt x="447040" y="381000"/>
                </a:cubicBezTo>
                <a:lnTo>
                  <a:pt x="60960" y="381000"/>
                </a:lnTo>
                <a:cubicBezTo>
                  <a:pt x="27305" y="381000"/>
                  <a:pt x="0" y="353695"/>
                  <a:pt x="0" y="320040"/>
                </a:cubicBezTo>
                <a:close/>
                <a:moveTo>
                  <a:pt x="223044" y="165894"/>
                </a:moveTo>
                <a:lnTo>
                  <a:pt x="198438" y="190500"/>
                </a:lnTo>
                <a:lnTo>
                  <a:pt x="223044" y="215106"/>
                </a:lnTo>
                <a:cubicBezTo>
                  <a:pt x="230505" y="222567"/>
                  <a:pt x="230505" y="234633"/>
                  <a:pt x="223044" y="242014"/>
                </a:cubicBezTo>
                <a:cubicBezTo>
                  <a:pt x="215583" y="249396"/>
                  <a:pt x="203518" y="249476"/>
                  <a:pt x="196136" y="242014"/>
                </a:cubicBezTo>
                <a:lnTo>
                  <a:pt x="158036" y="203914"/>
                </a:lnTo>
                <a:cubicBezTo>
                  <a:pt x="150574" y="196453"/>
                  <a:pt x="150574" y="184388"/>
                  <a:pt x="158036" y="177006"/>
                </a:cubicBezTo>
                <a:lnTo>
                  <a:pt x="196136" y="138906"/>
                </a:lnTo>
                <a:cubicBezTo>
                  <a:pt x="203597" y="131445"/>
                  <a:pt x="215662" y="131445"/>
                  <a:pt x="223044" y="138906"/>
                </a:cubicBezTo>
                <a:cubicBezTo>
                  <a:pt x="230426" y="146368"/>
                  <a:pt x="230505" y="158432"/>
                  <a:pt x="223044" y="165814"/>
                </a:cubicBezTo>
                <a:close/>
                <a:moveTo>
                  <a:pt x="311944" y="138906"/>
                </a:moveTo>
                <a:lnTo>
                  <a:pt x="350044" y="177006"/>
                </a:lnTo>
                <a:cubicBezTo>
                  <a:pt x="357505" y="184468"/>
                  <a:pt x="357505" y="196533"/>
                  <a:pt x="350044" y="203914"/>
                </a:cubicBezTo>
                <a:lnTo>
                  <a:pt x="311944" y="242014"/>
                </a:lnTo>
                <a:cubicBezTo>
                  <a:pt x="304483" y="249476"/>
                  <a:pt x="292418" y="249476"/>
                  <a:pt x="285036" y="242014"/>
                </a:cubicBezTo>
                <a:cubicBezTo>
                  <a:pt x="277654" y="234553"/>
                  <a:pt x="277574" y="222488"/>
                  <a:pt x="285036" y="215106"/>
                </a:cubicBezTo>
                <a:lnTo>
                  <a:pt x="309642" y="190500"/>
                </a:lnTo>
                <a:lnTo>
                  <a:pt x="285036" y="165894"/>
                </a:lnTo>
                <a:cubicBezTo>
                  <a:pt x="277574" y="158433"/>
                  <a:pt x="277574" y="146368"/>
                  <a:pt x="285036" y="138986"/>
                </a:cubicBezTo>
                <a:cubicBezTo>
                  <a:pt x="292497" y="131604"/>
                  <a:pt x="304562" y="131524"/>
                  <a:pt x="311944" y="138986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9461500" y="5334000"/>
            <a:ext cx="577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User-Friendly Interface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36000" y="6032500"/>
            <a:ext cx="6604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 an intuitive Streamlit web app with configurable summary length (Short/Medium/Long) and language selection for a seamless user experience.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10414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7750" y="165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16256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&amp; Transformers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2159000"/>
            <a:ext cx="412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Hugging Face BART &amp; mT5 for abstractive summarization and langdetect for language ID.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78500" y="1397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64250" y="165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794500" y="16256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Engine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0" y="2159000"/>
            <a:ext cx="412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Tesseract OCR engine for image text extraction and document scanning.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95000" y="1397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44250" y="1651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36364" y="198934"/>
                </a:moveTo>
                <a:cubicBezTo>
                  <a:pt x="428724" y="168275"/>
                  <a:pt x="414238" y="145157"/>
                  <a:pt x="383381" y="145157"/>
                </a:cubicBezTo>
                <a:lnTo>
                  <a:pt x="343595" y="145157"/>
                </a:lnTo>
                <a:lnTo>
                  <a:pt x="343595" y="192187"/>
                </a:lnTo>
                <a:cubicBezTo>
                  <a:pt x="343595" y="228699"/>
                  <a:pt x="312638" y="259457"/>
                  <a:pt x="277316" y="259457"/>
                </a:cubicBezTo>
                <a:lnTo>
                  <a:pt x="171351" y="259457"/>
                </a:lnTo>
                <a:cubicBezTo>
                  <a:pt x="142379" y="259457"/>
                  <a:pt x="118368" y="284262"/>
                  <a:pt x="118368" y="313333"/>
                </a:cubicBezTo>
                <a:lnTo>
                  <a:pt x="118368" y="414338"/>
                </a:lnTo>
                <a:cubicBezTo>
                  <a:pt x="118368" y="443111"/>
                  <a:pt x="143371" y="459978"/>
                  <a:pt x="171351" y="468213"/>
                </a:cubicBezTo>
                <a:cubicBezTo>
                  <a:pt x="204887" y="478036"/>
                  <a:pt x="237133" y="479822"/>
                  <a:pt x="277316" y="468213"/>
                </a:cubicBezTo>
                <a:cubicBezTo>
                  <a:pt x="304006" y="460474"/>
                  <a:pt x="330299" y="444897"/>
                  <a:pt x="330299" y="414338"/>
                </a:cubicBezTo>
                <a:lnTo>
                  <a:pt x="330299" y="373955"/>
                </a:lnTo>
                <a:lnTo>
                  <a:pt x="224433" y="373955"/>
                </a:lnTo>
                <a:lnTo>
                  <a:pt x="224433" y="360462"/>
                </a:lnTo>
                <a:lnTo>
                  <a:pt x="383381" y="360462"/>
                </a:lnTo>
                <a:cubicBezTo>
                  <a:pt x="414238" y="360462"/>
                  <a:pt x="425648" y="338931"/>
                  <a:pt x="436364" y="306685"/>
                </a:cubicBezTo>
                <a:cubicBezTo>
                  <a:pt x="447477" y="273447"/>
                  <a:pt x="446980" y="241498"/>
                  <a:pt x="436364" y="198934"/>
                </a:cubicBezTo>
                <a:close/>
                <a:moveTo>
                  <a:pt x="283964" y="441226"/>
                </a:moveTo>
                <a:cubicBezTo>
                  <a:pt x="276413" y="441755"/>
                  <a:pt x="269197" y="438027"/>
                  <a:pt x="265260" y="431561"/>
                </a:cubicBezTo>
                <a:cubicBezTo>
                  <a:pt x="261323" y="425096"/>
                  <a:pt x="261323" y="416974"/>
                  <a:pt x="265260" y="410508"/>
                </a:cubicBezTo>
                <a:cubicBezTo>
                  <a:pt x="269197" y="404042"/>
                  <a:pt x="276413" y="400314"/>
                  <a:pt x="283964" y="400844"/>
                </a:cubicBezTo>
                <a:cubicBezTo>
                  <a:pt x="291515" y="400314"/>
                  <a:pt x="298731" y="404042"/>
                  <a:pt x="302668" y="410508"/>
                </a:cubicBezTo>
                <a:cubicBezTo>
                  <a:pt x="306605" y="416974"/>
                  <a:pt x="306605" y="425096"/>
                  <a:pt x="302668" y="431561"/>
                </a:cubicBezTo>
                <a:cubicBezTo>
                  <a:pt x="298731" y="438027"/>
                  <a:pt x="291515" y="441755"/>
                  <a:pt x="283964" y="441226"/>
                </a:cubicBezTo>
                <a:close/>
                <a:moveTo>
                  <a:pt x="166489" y="246162"/>
                </a:moveTo>
                <a:lnTo>
                  <a:pt x="272455" y="246162"/>
                </a:lnTo>
                <a:cubicBezTo>
                  <a:pt x="301923" y="246162"/>
                  <a:pt x="325438" y="221853"/>
                  <a:pt x="325438" y="192286"/>
                </a:cubicBezTo>
                <a:lnTo>
                  <a:pt x="325438" y="91182"/>
                </a:lnTo>
                <a:cubicBezTo>
                  <a:pt x="325438" y="62409"/>
                  <a:pt x="301228" y="40878"/>
                  <a:pt x="272455" y="36016"/>
                </a:cubicBezTo>
                <a:cubicBezTo>
                  <a:pt x="236934" y="30163"/>
                  <a:pt x="198338" y="30460"/>
                  <a:pt x="166489" y="36116"/>
                </a:cubicBezTo>
                <a:cubicBezTo>
                  <a:pt x="121642" y="44053"/>
                  <a:pt x="113506" y="60623"/>
                  <a:pt x="113506" y="91281"/>
                </a:cubicBezTo>
                <a:lnTo>
                  <a:pt x="113506" y="131663"/>
                </a:lnTo>
                <a:lnTo>
                  <a:pt x="219571" y="131663"/>
                </a:lnTo>
                <a:lnTo>
                  <a:pt x="219571" y="145157"/>
                </a:lnTo>
                <a:lnTo>
                  <a:pt x="73720" y="145157"/>
                </a:lnTo>
                <a:cubicBezTo>
                  <a:pt x="42863" y="145157"/>
                  <a:pt x="15875" y="163711"/>
                  <a:pt x="7441" y="198934"/>
                </a:cubicBezTo>
                <a:cubicBezTo>
                  <a:pt x="-2282" y="239316"/>
                  <a:pt x="-2679" y="264517"/>
                  <a:pt x="7441" y="306685"/>
                </a:cubicBezTo>
                <a:cubicBezTo>
                  <a:pt x="14982" y="338038"/>
                  <a:pt x="32941" y="360462"/>
                  <a:pt x="63798" y="360462"/>
                </a:cubicBezTo>
                <a:lnTo>
                  <a:pt x="100211" y="360462"/>
                </a:lnTo>
                <a:lnTo>
                  <a:pt x="100211" y="312043"/>
                </a:lnTo>
                <a:cubicBezTo>
                  <a:pt x="100211" y="277019"/>
                  <a:pt x="130473" y="246162"/>
                  <a:pt x="166489" y="246162"/>
                </a:cubicBezTo>
                <a:close/>
                <a:moveTo>
                  <a:pt x="159941" y="64195"/>
                </a:moveTo>
                <a:cubicBezTo>
                  <a:pt x="171112" y="64195"/>
                  <a:pt x="180181" y="73264"/>
                  <a:pt x="180181" y="84435"/>
                </a:cubicBezTo>
                <a:cubicBezTo>
                  <a:pt x="180181" y="95606"/>
                  <a:pt x="171112" y="104676"/>
                  <a:pt x="159941" y="104676"/>
                </a:cubicBezTo>
                <a:cubicBezTo>
                  <a:pt x="148770" y="104676"/>
                  <a:pt x="139700" y="95606"/>
                  <a:pt x="139700" y="84435"/>
                </a:cubicBezTo>
                <a:cubicBezTo>
                  <a:pt x="139700" y="73264"/>
                  <a:pt x="148770" y="64195"/>
                  <a:pt x="159941" y="64195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0" y="16256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3.x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12500" y="2159000"/>
            <a:ext cx="412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Python orchestrates all modules with clean, modular architecture and extensive library support.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064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79500" y="419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lose/>
                <a:moveTo>
                  <a:pt x="87313" y="127000"/>
                </a:moveTo>
                <a:lnTo>
                  <a:pt x="420688" y="127000"/>
                </a:lnTo>
                <a:cubicBezTo>
                  <a:pt x="433884" y="127000"/>
                  <a:pt x="444500" y="137616"/>
                  <a:pt x="444500" y="150813"/>
                </a:cubicBezTo>
                <a:cubicBezTo>
                  <a:pt x="444500" y="164009"/>
                  <a:pt x="433884" y="174625"/>
                  <a:pt x="420688" y="174625"/>
                </a:cubicBezTo>
                <a:lnTo>
                  <a:pt x="87313" y="174625"/>
                </a:lnTo>
                <a:cubicBezTo>
                  <a:pt x="74116" y="174625"/>
                  <a:pt x="63500" y="164009"/>
                  <a:pt x="63500" y="150813"/>
                </a:cubicBezTo>
                <a:cubicBezTo>
                  <a:pt x="63500" y="137616"/>
                  <a:pt x="74116" y="127000"/>
                  <a:pt x="87313" y="1270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778000" y="41656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500" y="4826000"/>
            <a:ext cx="412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Streamlit for rapid, interactive web interface development with minimal frontend code.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78500" y="4064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64250" y="419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95250" y="0"/>
                </a:moveTo>
                <a:cubicBezTo>
                  <a:pt x="60226" y="0"/>
                  <a:pt x="31750" y="28476"/>
                  <a:pt x="31750" y="63500"/>
                </a:cubicBezTo>
                <a:lnTo>
                  <a:pt x="31750" y="444500"/>
                </a:lnTo>
                <a:cubicBezTo>
                  <a:pt x="31750" y="479524"/>
                  <a:pt x="60226" y="508000"/>
                  <a:pt x="95250" y="508000"/>
                </a:cubicBezTo>
                <a:lnTo>
                  <a:pt x="174625" y="508000"/>
                </a:lnTo>
                <a:lnTo>
                  <a:pt x="174625" y="396875"/>
                </a:lnTo>
                <a:cubicBezTo>
                  <a:pt x="174625" y="361851"/>
                  <a:pt x="203101" y="333375"/>
                  <a:pt x="238125" y="333375"/>
                </a:cubicBezTo>
                <a:lnTo>
                  <a:pt x="412750" y="333375"/>
                </a:lnTo>
                <a:lnTo>
                  <a:pt x="412750" y="169168"/>
                </a:lnTo>
                <a:cubicBezTo>
                  <a:pt x="412750" y="152301"/>
                  <a:pt x="406102" y="136128"/>
                  <a:pt x="394196" y="124222"/>
                </a:cubicBezTo>
                <a:lnTo>
                  <a:pt x="288429" y="18554"/>
                </a:lnTo>
                <a:cubicBezTo>
                  <a:pt x="276523" y="6648"/>
                  <a:pt x="260449" y="0"/>
                  <a:pt x="243582" y="0"/>
                </a:cubicBezTo>
                <a:lnTo>
                  <a:pt x="95250" y="0"/>
                </a:lnTo>
                <a:close/>
                <a:moveTo>
                  <a:pt x="354707" y="174625"/>
                </a:moveTo>
                <a:lnTo>
                  <a:pt x="261937" y="174625"/>
                </a:lnTo>
                <a:cubicBezTo>
                  <a:pt x="248741" y="174625"/>
                  <a:pt x="238125" y="164009"/>
                  <a:pt x="238125" y="150813"/>
                </a:cubicBezTo>
                <a:lnTo>
                  <a:pt x="238125" y="58043"/>
                </a:lnTo>
                <a:lnTo>
                  <a:pt x="354707" y="174625"/>
                </a:lnTo>
                <a:close/>
                <a:moveTo>
                  <a:pt x="238125" y="377031"/>
                </a:moveTo>
                <a:cubicBezTo>
                  <a:pt x="227211" y="377031"/>
                  <a:pt x="218281" y="385961"/>
                  <a:pt x="218281" y="396875"/>
                </a:cubicBezTo>
                <a:lnTo>
                  <a:pt x="218281" y="523875"/>
                </a:lnTo>
                <a:cubicBezTo>
                  <a:pt x="218281" y="534789"/>
                  <a:pt x="227211" y="543719"/>
                  <a:pt x="238125" y="543719"/>
                </a:cubicBezTo>
                <a:cubicBezTo>
                  <a:pt x="249039" y="543719"/>
                  <a:pt x="257969" y="534789"/>
                  <a:pt x="257969" y="523875"/>
                </a:cubicBezTo>
                <a:lnTo>
                  <a:pt x="257969" y="496094"/>
                </a:lnTo>
                <a:lnTo>
                  <a:pt x="269875" y="496094"/>
                </a:lnTo>
                <a:cubicBezTo>
                  <a:pt x="302716" y="496094"/>
                  <a:pt x="329406" y="469404"/>
                  <a:pt x="329406" y="436563"/>
                </a:cubicBezTo>
                <a:cubicBezTo>
                  <a:pt x="329406" y="403721"/>
                  <a:pt x="302716" y="377031"/>
                  <a:pt x="269875" y="377031"/>
                </a:cubicBezTo>
                <a:lnTo>
                  <a:pt x="238125" y="377031"/>
                </a:lnTo>
                <a:close/>
                <a:moveTo>
                  <a:pt x="269875" y="456406"/>
                </a:moveTo>
                <a:lnTo>
                  <a:pt x="257969" y="456406"/>
                </a:lnTo>
                <a:lnTo>
                  <a:pt x="257969" y="416719"/>
                </a:lnTo>
                <a:lnTo>
                  <a:pt x="269875" y="416719"/>
                </a:lnTo>
                <a:cubicBezTo>
                  <a:pt x="280789" y="416719"/>
                  <a:pt x="289719" y="425648"/>
                  <a:pt x="289719" y="436563"/>
                </a:cubicBezTo>
                <a:cubicBezTo>
                  <a:pt x="289719" y="447477"/>
                  <a:pt x="280789" y="456406"/>
                  <a:pt x="269875" y="456406"/>
                </a:cubicBezTo>
                <a:close/>
                <a:moveTo>
                  <a:pt x="365125" y="377031"/>
                </a:moveTo>
                <a:cubicBezTo>
                  <a:pt x="354211" y="377031"/>
                  <a:pt x="345281" y="385961"/>
                  <a:pt x="345281" y="396875"/>
                </a:cubicBezTo>
                <a:lnTo>
                  <a:pt x="345281" y="523875"/>
                </a:lnTo>
                <a:cubicBezTo>
                  <a:pt x="345281" y="534789"/>
                  <a:pt x="354211" y="543719"/>
                  <a:pt x="365125" y="543719"/>
                </a:cubicBezTo>
                <a:lnTo>
                  <a:pt x="396875" y="543719"/>
                </a:lnTo>
                <a:cubicBezTo>
                  <a:pt x="425351" y="543719"/>
                  <a:pt x="448469" y="520601"/>
                  <a:pt x="448469" y="492125"/>
                </a:cubicBezTo>
                <a:lnTo>
                  <a:pt x="448469" y="428625"/>
                </a:lnTo>
                <a:cubicBezTo>
                  <a:pt x="448469" y="400149"/>
                  <a:pt x="425351" y="377031"/>
                  <a:pt x="396875" y="377031"/>
                </a:cubicBezTo>
                <a:lnTo>
                  <a:pt x="365125" y="377031"/>
                </a:lnTo>
                <a:close/>
                <a:moveTo>
                  <a:pt x="384969" y="504031"/>
                </a:moveTo>
                <a:lnTo>
                  <a:pt x="384969" y="416719"/>
                </a:lnTo>
                <a:lnTo>
                  <a:pt x="396875" y="416719"/>
                </a:lnTo>
                <a:cubicBezTo>
                  <a:pt x="403423" y="416719"/>
                  <a:pt x="408781" y="422077"/>
                  <a:pt x="408781" y="428625"/>
                </a:cubicBezTo>
                <a:lnTo>
                  <a:pt x="408781" y="492125"/>
                </a:lnTo>
                <a:cubicBezTo>
                  <a:pt x="408781" y="498673"/>
                  <a:pt x="403423" y="504031"/>
                  <a:pt x="396875" y="504031"/>
                </a:cubicBezTo>
                <a:lnTo>
                  <a:pt x="384969" y="504031"/>
                </a:lnTo>
                <a:close/>
                <a:moveTo>
                  <a:pt x="472281" y="396875"/>
                </a:moveTo>
                <a:lnTo>
                  <a:pt x="472281" y="523875"/>
                </a:lnTo>
                <a:cubicBezTo>
                  <a:pt x="472281" y="534789"/>
                  <a:pt x="481211" y="543719"/>
                  <a:pt x="492125" y="543719"/>
                </a:cubicBezTo>
                <a:cubicBezTo>
                  <a:pt x="503039" y="543719"/>
                  <a:pt x="511969" y="534789"/>
                  <a:pt x="511969" y="523875"/>
                </a:cubicBezTo>
                <a:lnTo>
                  <a:pt x="511969" y="480219"/>
                </a:lnTo>
                <a:lnTo>
                  <a:pt x="539750" y="480219"/>
                </a:lnTo>
                <a:cubicBezTo>
                  <a:pt x="550664" y="480219"/>
                  <a:pt x="559594" y="471289"/>
                  <a:pt x="559594" y="460375"/>
                </a:cubicBezTo>
                <a:cubicBezTo>
                  <a:pt x="559594" y="449461"/>
                  <a:pt x="550664" y="440531"/>
                  <a:pt x="539750" y="440531"/>
                </a:cubicBezTo>
                <a:lnTo>
                  <a:pt x="511969" y="440531"/>
                </a:lnTo>
                <a:lnTo>
                  <a:pt x="511969" y="416719"/>
                </a:lnTo>
                <a:lnTo>
                  <a:pt x="539750" y="416719"/>
                </a:lnTo>
                <a:cubicBezTo>
                  <a:pt x="550664" y="416719"/>
                  <a:pt x="559594" y="407789"/>
                  <a:pt x="559594" y="396875"/>
                </a:cubicBezTo>
                <a:cubicBezTo>
                  <a:pt x="559594" y="385961"/>
                  <a:pt x="550664" y="377031"/>
                  <a:pt x="539750" y="377031"/>
                </a:cubicBezTo>
                <a:lnTo>
                  <a:pt x="492125" y="377031"/>
                </a:lnTo>
                <a:cubicBezTo>
                  <a:pt x="481211" y="377031"/>
                  <a:pt x="472281" y="385961"/>
                  <a:pt x="472281" y="396875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794500" y="41656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PyMuPDF &amp; ReportLab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096000" y="4826000"/>
            <a:ext cx="412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PyMuPDF for PDF parsing and ReportLab for generating downloadable summary PDFs.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795000" y="4064000"/>
            <a:ext cx="4699000" cy="234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080750" y="419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58750" y="0"/>
                </a:moveTo>
                <a:cubicBezTo>
                  <a:pt x="176312" y="0"/>
                  <a:pt x="190500" y="14188"/>
                  <a:pt x="190500" y="31750"/>
                </a:cubicBezTo>
                <a:lnTo>
                  <a:pt x="190500" y="63500"/>
                </a:lnTo>
                <a:lnTo>
                  <a:pt x="317500" y="63500"/>
                </a:lnTo>
                <a:cubicBezTo>
                  <a:pt x="335062" y="63500"/>
                  <a:pt x="349250" y="77688"/>
                  <a:pt x="349250" y="95250"/>
                </a:cubicBezTo>
                <a:cubicBezTo>
                  <a:pt x="349250" y="112812"/>
                  <a:pt x="335062" y="127000"/>
                  <a:pt x="317500" y="127000"/>
                </a:cubicBezTo>
                <a:lnTo>
                  <a:pt x="307975" y="127000"/>
                </a:lnTo>
                <a:lnTo>
                  <a:pt x="299641" y="149920"/>
                </a:lnTo>
                <a:cubicBezTo>
                  <a:pt x="283369" y="194766"/>
                  <a:pt x="258862" y="235744"/>
                  <a:pt x="228005" y="270966"/>
                </a:cubicBezTo>
                <a:cubicBezTo>
                  <a:pt x="242094" y="279698"/>
                  <a:pt x="256778" y="287437"/>
                  <a:pt x="272058" y="294283"/>
                </a:cubicBezTo>
                <a:lnTo>
                  <a:pt x="322064" y="316508"/>
                </a:lnTo>
                <a:lnTo>
                  <a:pt x="383778" y="177602"/>
                </a:lnTo>
                <a:cubicBezTo>
                  <a:pt x="388838" y="166092"/>
                  <a:pt x="400248" y="158750"/>
                  <a:pt x="412750" y="158750"/>
                </a:cubicBezTo>
                <a:cubicBezTo>
                  <a:pt x="425252" y="158750"/>
                  <a:pt x="436662" y="166092"/>
                  <a:pt x="441722" y="177602"/>
                </a:cubicBezTo>
                <a:lnTo>
                  <a:pt x="568722" y="463352"/>
                </a:lnTo>
                <a:cubicBezTo>
                  <a:pt x="575866" y="479425"/>
                  <a:pt x="568623" y="498177"/>
                  <a:pt x="552648" y="505222"/>
                </a:cubicBezTo>
                <a:cubicBezTo>
                  <a:pt x="536674" y="512266"/>
                  <a:pt x="517823" y="505123"/>
                  <a:pt x="510778" y="489148"/>
                </a:cubicBezTo>
                <a:lnTo>
                  <a:pt x="490934" y="444500"/>
                </a:lnTo>
                <a:lnTo>
                  <a:pt x="334665" y="444500"/>
                </a:lnTo>
                <a:lnTo>
                  <a:pt x="314821" y="489148"/>
                </a:lnTo>
                <a:cubicBezTo>
                  <a:pt x="307677" y="505222"/>
                  <a:pt x="288925" y="512366"/>
                  <a:pt x="272951" y="505222"/>
                </a:cubicBezTo>
                <a:cubicBezTo>
                  <a:pt x="256977" y="498078"/>
                  <a:pt x="249734" y="479326"/>
                  <a:pt x="256877" y="463352"/>
                </a:cubicBezTo>
                <a:lnTo>
                  <a:pt x="296366" y="374551"/>
                </a:lnTo>
                <a:lnTo>
                  <a:pt x="246360" y="352326"/>
                </a:lnTo>
                <a:cubicBezTo>
                  <a:pt x="223540" y="342205"/>
                  <a:pt x="201712" y="330101"/>
                  <a:pt x="181074" y="316210"/>
                </a:cubicBezTo>
                <a:cubicBezTo>
                  <a:pt x="159941" y="333276"/>
                  <a:pt x="136823" y="348159"/>
                  <a:pt x="112117" y="360561"/>
                </a:cubicBezTo>
                <a:lnTo>
                  <a:pt x="77688" y="377627"/>
                </a:lnTo>
                <a:cubicBezTo>
                  <a:pt x="62012" y="385465"/>
                  <a:pt x="42962" y="379115"/>
                  <a:pt x="35123" y="363438"/>
                </a:cubicBezTo>
                <a:cubicBezTo>
                  <a:pt x="27285" y="347762"/>
                  <a:pt x="33635" y="328712"/>
                  <a:pt x="49312" y="320873"/>
                </a:cubicBezTo>
                <a:lnTo>
                  <a:pt x="83542" y="303709"/>
                </a:lnTo>
                <a:cubicBezTo>
                  <a:pt x="99715" y="295573"/>
                  <a:pt x="115094" y="286147"/>
                  <a:pt x="129580" y="275630"/>
                </a:cubicBezTo>
                <a:cubicBezTo>
                  <a:pt x="115888" y="263029"/>
                  <a:pt x="102989" y="249436"/>
                  <a:pt x="90984" y="235049"/>
                </a:cubicBezTo>
                <a:lnTo>
                  <a:pt x="80962" y="222945"/>
                </a:lnTo>
                <a:cubicBezTo>
                  <a:pt x="69751" y="209451"/>
                  <a:pt x="71537" y="189409"/>
                  <a:pt x="85030" y="178197"/>
                </a:cubicBezTo>
                <a:cubicBezTo>
                  <a:pt x="98524" y="166985"/>
                  <a:pt x="118566" y="168771"/>
                  <a:pt x="129778" y="182265"/>
                </a:cubicBezTo>
                <a:lnTo>
                  <a:pt x="139898" y="194370"/>
                </a:lnTo>
                <a:cubicBezTo>
                  <a:pt x="151309" y="208161"/>
                  <a:pt x="163810" y="220960"/>
                  <a:pt x="177006" y="232767"/>
                </a:cubicBezTo>
                <a:cubicBezTo>
                  <a:pt x="204291" y="202605"/>
                  <a:pt x="225822" y="167184"/>
                  <a:pt x="240010" y="128191"/>
                </a:cubicBezTo>
                <a:lnTo>
                  <a:pt x="240506" y="127000"/>
                </a:lnTo>
                <a:lnTo>
                  <a:pt x="31849" y="127000"/>
                </a:lnTo>
                <a:cubicBezTo>
                  <a:pt x="14188" y="127000"/>
                  <a:pt x="0" y="112812"/>
                  <a:pt x="0" y="95250"/>
                </a:cubicBezTo>
                <a:cubicBezTo>
                  <a:pt x="0" y="77688"/>
                  <a:pt x="14188" y="63500"/>
                  <a:pt x="31750" y="63500"/>
                </a:cubicBezTo>
                <a:lnTo>
                  <a:pt x="127000" y="63500"/>
                </a:lnTo>
                <a:lnTo>
                  <a:pt x="127000" y="31750"/>
                </a:lnTo>
                <a:cubicBezTo>
                  <a:pt x="127000" y="14188"/>
                  <a:pt x="141188" y="0"/>
                  <a:pt x="158750" y="0"/>
                </a:cubicBezTo>
                <a:close/>
                <a:moveTo>
                  <a:pt x="412750" y="268684"/>
                </a:moveTo>
                <a:lnTo>
                  <a:pt x="362843" y="381000"/>
                </a:lnTo>
                <a:lnTo>
                  <a:pt x="462657" y="381000"/>
                </a:lnTo>
                <a:lnTo>
                  <a:pt x="412750" y="268684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0" y="41656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Translate API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12500" y="4826000"/>
            <a:ext cx="412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Googletrans for real-time multilingual translation with automatic source language detection.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6731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6985000"/>
            <a:ext cx="1473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Tech Stack: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transformers, torch, sentencepiece, pytesseract, opencv-python, Pillow, PyMuPDF, langdetect, googletrans, streamlit, reportlab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models run locally via Hugging Face pipelines ensuring data privacy and zero external API dependency for core summarization.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 for core summarizatii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779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0795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pipeline from input ingestion to multilingual summary output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1778000" cy="9525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4f46e5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7950" y="171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304800" y="266700"/>
                </a:lnTo>
                <a:cubicBezTo>
                  <a:pt x="325815" y="266700"/>
                  <a:pt x="342900" y="249615"/>
                  <a:pt x="342900" y="228600"/>
                </a:cubicBezTo>
                <a:lnTo>
                  <a:pt x="342900" y="76200"/>
                </a:lnTo>
                <a:cubicBezTo>
                  <a:pt x="342900" y="55185"/>
                  <a:pt x="325815" y="38100"/>
                  <a:pt x="304800" y="38100"/>
                </a:cubicBezTo>
                <a:lnTo>
                  <a:pt x="38100" y="38100"/>
                </a:lnTo>
                <a:close/>
                <a:moveTo>
                  <a:pt x="47625" y="76200"/>
                </a:moveTo>
                <a:lnTo>
                  <a:pt x="66675" y="76200"/>
                </a:lnTo>
                <a:cubicBezTo>
                  <a:pt x="71914" y="76200"/>
                  <a:pt x="76200" y="80486"/>
                  <a:pt x="76200" y="85725"/>
                </a:cubicBezTo>
                <a:lnTo>
                  <a:pt x="76200" y="104775"/>
                </a:lnTo>
                <a:cubicBezTo>
                  <a:pt x="76200" y="110014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0014"/>
                  <a:pt x="38100" y="104775"/>
                </a:cubicBezTo>
                <a:lnTo>
                  <a:pt x="38100" y="85725"/>
                </a:lnTo>
                <a:cubicBezTo>
                  <a:pt x="38100" y="80486"/>
                  <a:pt x="42386" y="76200"/>
                  <a:pt x="47625" y="76200"/>
                </a:cubicBezTo>
                <a:close/>
                <a:moveTo>
                  <a:pt x="38100" y="142875"/>
                </a:moveTo>
                <a:cubicBezTo>
                  <a:pt x="38100" y="137636"/>
                  <a:pt x="42386" y="133350"/>
                  <a:pt x="47625" y="133350"/>
                </a:cubicBezTo>
                <a:lnTo>
                  <a:pt x="66675" y="133350"/>
                </a:lnTo>
                <a:cubicBezTo>
                  <a:pt x="71914" y="133350"/>
                  <a:pt x="76200" y="137636"/>
                  <a:pt x="76200" y="142875"/>
                </a:cubicBezTo>
                <a:lnTo>
                  <a:pt x="76200" y="161925"/>
                </a:lnTo>
                <a:cubicBezTo>
                  <a:pt x="76200" y="167164"/>
                  <a:pt x="71914" y="171450"/>
                  <a:pt x="66675" y="171450"/>
                </a:cubicBezTo>
                <a:lnTo>
                  <a:pt x="47625" y="171450"/>
                </a:lnTo>
                <a:cubicBezTo>
                  <a:pt x="42386" y="171450"/>
                  <a:pt x="38100" y="167164"/>
                  <a:pt x="38100" y="161925"/>
                </a:cubicBezTo>
                <a:lnTo>
                  <a:pt x="38100" y="142875"/>
                </a:lnTo>
                <a:close/>
                <a:moveTo>
                  <a:pt x="104775" y="76200"/>
                </a:moveTo>
                <a:lnTo>
                  <a:pt x="123825" y="76200"/>
                </a:lnTo>
                <a:cubicBezTo>
                  <a:pt x="129064" y="76200"/>
                  <a:pt x="133350" y="80486"/>
                  <a:pt x="133350" y="85725"/>
                </a:cubicBezTo>
                <a:lnTo>
                  <a:pt x="133350" y="104775"/>
                </a:lnTo>
                <a:cubicBezTo>
                  <a:pt x="133350" y="110014"/>
                  <a:pt x="129064" y="114300"/>
                  <a:pt x="123825" y="114300"/>
                </a:cubicBezTo>
                <a:lnTo>
                  <a:pt x="104775" y="114300"/>
                </a:lnTo>
                <a:cubicBezTo>
                  <a:pt x="99536" y="114300"/>
                  <a:pt x="95250" y="110014"/>
                  <a:pt x="95250" y="104775"/>
                </a:cubicBezTo>
                <a:lnTo>
                  <a:pt x="95250" y="85725"/>
                </a:lnTo>
                <a:cubicBezTo>
                  <a:pt x="95250" y="80486"/>
                  <a:pt x="99536" y="76200"/>
                  <a:pt x="104775" y="76200"/>
                </a:cubicBezTo>
                <a:close/>
                <a:moveTo>
                  <a:pt x="95250" y="142875"/>
                </a:moveTo>
                <a:cubicBezTo>
                  <a:pt x="95250" y="137636"/>
                  <a:pt x="99536" y="133350"/>
                  <a:pt x="104775" y="133350"/>
                </a:cubicBezTo>
                <a:lnTo>
                  <a:pt x="123825" y="133350"/>
                </a:lnTo>
                <a:cubicBezTo>
                  <a:pt x="129064" y="133350"/>
                  <a:pt x="133350" y="137636"/>
                  <a:pt x="133350" y="142875"/>
                </a:cubicBezTo>
                <a:lnTo>
                  <a:pt x="133350" y="161925"/>
                </a:lnTo>
                <a:cubicBezTo>
                  <a:pt x="133350" y="167164"/>
                  <a:pt x="129064" y="171450"/>
                  <a:pt x="123825" y="171450"/>
                </a:cubicBezTo>
                <a:lnTo>
                  <a:pt x="104775" y="171450"/>
                </a:lnTo>
                <a:cubicBezTo>
                  <a:pt x="99536" y="171450"/>
                  <a:pt x="95250" y="167164"/>
                  <a:pt x="95250" y="161925"/>
                </a:cubicBezTo>
                <a:lnTo>
                  <a:pt x="95250" y="142875"/>
                </a:lnTo>
                <a:close/>
                <a:moveTo>
                  <a:pt x="104775" y="190500"/>
                </a:moveTo>
                <a:lnTo>
                  <a:pt x="238125" y="190500"/>
                </a:lnTo>
                <a:cubicBezTo>
                  <a:pt x="243364" y="190500"/>
                  <a:pt x="247650" y="194786"/>
                  <a:pt x="247650" y="200025"/>
                </a:cubicBezTo>
                <a:lnTo>
                  <a:pt x="247650" y="219075"/>
                </a:lnTo>
                <a:cubicBezTo>
                  <a:pt x="247650" y="224314"/>
                  <a:pt x="243364" y="228600"/>
                  <a:pt x="238125" y="228600"/>
                </a:cubicBezTo>
                <a:lnTo>
                  <a:pt x="104775" y="228600"/>
                </a:lnTo>
                <a:cubicBezTo>
                  <a:pt x="99536" y="228600"/>
                  <a:pt x="95250" y="224314"/>
                  <a:pt x="95250" y="219075"/>
                </a:cubicBezTo>
                <a:lnTo>
                  <a:pt x="95250" y="200025"/>
                </a:lnTo>
                <a:cubicBezTo>
                  <a:pt x="95250" y="194786"/>
                  <a:pt x="99536" y="190500"/>
                  <a:pt x="104775" y="190500"/>
                </a:cubicBezTo>
                <a:close/>
                <a:moveTo>
                  <a:pt x="152400" y="85725"/>
                </a:moveTo>
                <a:cubicBezTo>
                  <a:pt x="152400" y="80486"/>
                  <a:pt x="156686" y="76200"/>
                  <a:pt x="161925" y="76200"/>
                </a:cubicBezTo>
                <a:lnTo>
                  <a:pt x="180975" y="76200"/>
                </a:lnTo>
                <a:cubicBezTo>
                  <a:pt x="186214" y="76200"/>
                  <a:pt x="190500" y="80486"/>
                  <a:pt x="190500" y="85725"/>
                </a:cubicBezTo>
                <a:lnTo>
                  <a:pt x="190500" y="104775"/>
                </a:lnTo>
                <a:cubicBezTo>
                  <a:pt x="190500" y="110014"/>
                  <a:pt x="186214" y="114300"/>
                  <a:pt x="180975" y="114300"/>
                </a:cubicBezTo>
                <a:lnTo>
                  <a:pt x="161925" y="114300"/>
                </a:lnTo>
                <a:cubicBezTo>
                  <a:pt x="156686" y="114300"/>
                  <a:pt x="152400" y="110014"/>
                  <a:pt x="152400" y="104775"/>
                </a:cubicBezTo>
                <a:lnTo>
                  <a:pt x="152400" y="85725"/>
                </a:lnTo>
                <a:close/>
                <a:moveTo>
                  <a:pt x="161925" y="133350"/>
                </a:moveTo>
                <a:lnTo>
                  <a:pt x="180975" y="133350"/>
                </a:lnTo>
                <a:cubicBezTo>
                  <a:pt x="186214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86214" y="171450"/>
                  <a:pt x="180975" y="171450"/>
                </a:cubicBezTo>
                <a:lnTo>
                  <a:pt x="161925" y="171450"/>
                </a:lnTo>
                <a:cubicBezTo>
                  <a:pt x="156686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56686" y="133350"/>
                  <a:pt x="161925" y="133350"/>
                </a:cubicBezTo>
                <a:close/>
                <a:moveTo>
                  <a:pt x="209550" y="85725"/>
                </a:moveTo>
                <a:cubicBezTo>
                  <a:pt x="209550" y="80486"/>
                  <a:pt x="213836" y="76200"/>
                  <a:pt x="219075" y="76200"/>
                </a:cubicBezTo>
                <a:lnTo>
                  <a:pt x="238125" y="76200"/>
                </a:lnTo>
                <a:cubicBezTo>
                  <a:pt x="243364" y="76200"/>
                  <a:pt x="247650" y="80486"/>
                  <a:pt x="247650" y="85725"/>
                </a:cubicBezTo>
                <a:lnTo>
                  <a:pt x="247650" y="104775"/>
                </a:lnTo>
                <a:cubicBezTo>
                  <a:pt x="247650" y="110014"/>
                  <a:pt x="243364" y="114300"/>
                  <a:pt x="238125" y="114300"/>
                </a:cubicBezTo>
                <a:lnTo>
                  <a:pt x="219075" y="114300"/>
                </a:lnTo>
                <a:cubicBezTo>
                  <a:pt x="213836" y="114300"/>
                  <a:pt x="209550" y="110014"/>
                  <a:pt x="209550" y="104775"/>
                </a:cubicBezTo>
                <a:lnTo>
                  <a:pt x="209550" y="85725"/>
                </a:lnTo>
                <a:close/>
                <a:moveTo>
                  <a:pt x="219075" y="133350"/>
                </a:moveTo>
                <a:lnTo>
                  <a:pt x="238125" y="133350"/>
                </a:lnTo>
                <a:cubicBezTo>
                  <a:pt x="243364" y="133350"/>
                  <a:pt x="247650" y="137636"/>
                  <a:pt x="247650" y="142875"/>
                </a:cubicBezTo>
                <a:lnTo>
                  <a:pt x="247650" y="161925"/>
                </a:lnTo>
                <a:cubicBezTo>
                  <a:pt x="247650" y="167164"/>
                  <a:pt x="243364" y="171450"/>
                  <a:pt x="238125" y="171450"/>
                </a:cubicBezTo>
                <a:lnTo>
                  <a:pt x="219075" y="171450"/>
                </a:lnTo>
                <a:cubicBezTo>
                  <a:pt x="213836" y="171450"/>
                  <a:pt x="209550" y="167164"/>
                  <a:pt x="209550" y="161925"/>
                </a:cubicBezTo>
                <a:lnTo>
                  <a:pt x="209550" y="142875"/>
                </a:lnTo>
                <a:cubicBezTo>
                  <a:pt x="209550" y="137636"/>
                  <a:pt x="213836" y="133350"/>
                  <a:pt x="219075" y="133350"/>
                </a:cubicBezTo>
                <a:close/>
                <a:moveTo>
                  <a:pt x="266700" y="85725"/>
                </a:moveTo>
                <a:cubicBezTo>
                  <a:pt x="266700" y="80486"/>
                  <a:pt x="270986" y="76200"/>
                  <a:pt x="276225" y="76200"/>
                </a:cubicBezTo>
                <a:lnTo>
                  <a:pt x="295275" y="76200"/>
                </a:lnTo>
                <a:cubicBezTo>
                  <a:pt x="300514" y="76200"/>
                  <a:pt x="304800" y="80486"/>
                  <a:pt x="304800" y="85725"/>
                </a:cubicBezTo>
                <a:lnTo>
                  <a:pt x="304800" y="104775"/>
                </a:lnTo>
                <a:cubicBezTo>
                  <a:pt x="304800" y="110014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0014"/>
                  <a:pt x="266700" y="104775"/>
                </a:cubicBezTo>
                <a:lnTo>
                  <a:pt x="266700" y="85725"/>
                </a:lnTo>
                <a:close/>
                <a:moveTo>
                  <a:pt x="276225" y="133350"/>
                </a:moveTo>
                <a:lnTo>
                  <a:pt x="295275" y="133350"/>
                </a:lnTo>
                <a:cubicBezTo>
                  <a:pt x="300514" y="133350"/>
                  <a:pt x="304800" y="137636"/>
                  <a:pt x="304800" y="142875"/>
                </a:cubicBezTo>
                <a:lnTo>
                  <a:pt x="304800" y="161925"/>
                </a:lnTo>
                <a:cubicBezTo>
                  <a:pt x="304800" y="167164"/>
                  <a:pt x="300514" y="171450"/>
                  <a:pt x="295275" y="171450"/>
                </a:cubicBezTo>
                <a:lnTo>
                  <a:pt x="276225" y="171450"/>
                </a:lnTo>
                <a:cubicBezTo>
                  <a:pt x="270986" y="171450"/>
                  <a:pt x="266700" y="167164"/>
                  <a:pt x="266700" y="161925"/>
                </a:cubicBezTo>
                <a:lnTo>
                  <a:pt x="266700" y="142875"/>
                </a:lnTo>
                <a:cubicBezTo>
                  <a:pt x="266700" y="137636"/>
                  <a:pt x="270986" y="133350"/>
                  <a:pt x="276225" y="133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057400"/>
            <a:ext cx="177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921000" y="1651000"/>
            <a:ext cx="1778000" cy="952500"/>
          </a:xfrm>
          <a:prstGeom prst="roundRect">
            <a:avLst>
              <a:gd name="adj" fmla="val 12000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5400000">
              <a:srgbClr val="0ea5e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4100" y="1714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124420" y="156567"/>
                </a:moveTo>
                <a:cubicBezTo>
                  <a:pt x="118824" y="150971"/>
                  <a:pt x="109776" y="150971"/>
                  <a:pt x="104239" y="156567"/>
                </a:cubicBezTo>
                <a:lnTo>
                  <a:pt x="66139" y="194667"/>
                </a:lnTo>
                <a:cubicBezTo>
                  <a:pt x="60543" y="200263"/>
                  <a:pt x="60543" y="209312"/>
                  <a:pt x="66139" y="214848"/>
                </a:cubicBezTo>
                <a:cubicBezTo>
                  <a:pt x="71735" y="220385"/>
                  <a:pt x="80784" y="220444"/>
                  <a:pt x="86320" y="214848"/>
                </a:cubicBezTo>
                <a:lnTo>
                  <a:pt x="100013" y="201156"/>
                </a:lnTo>
                <a:lnTo>
                  <a:pt x="100013" y="252413"/>
                </a:lnTo>
                <a:cubicBezTo>
                  <a:pt x="100013" y="260330"/>
                  <a:pt x="106382" y="266700"/>
                  <a:pt x="114300" y="266700"/>
                </a:cubicBezTo>
                <a:cubicBezTo>
                  <a:pt x="122218" y="266700"/>
                  <a:pt x="128588" y="260330"/>
                  <a:pt x="128588" y="252413"/>
                </a:cubicBezTo>
                <a:lnTo>
                  <a:pt x="128588" y="201156"/>
                </a:lnTo>
                <a:lnTo>
                  <a:pt x="142280" y="214848"/>
                </a:lnTo>
                <a:cubicBezTo>
                  <a:pt x="147876" y="220444"/>
                  <a:pt x="156924" y="220444"/>
                  <a:pt x="162461" y="214848"/>
                </a:cubicBezTo>
                <a:cubicBezTo>
                  <a:pt x="167997" y="209252"/>
                  <a:pt x="168057" y="200204"/>
                  <a:pt x="162461" y="194667"/>
                </a:cubicBezTo>
                <a:lnTo>
                  <a:pt x="124361" y="1565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921000" y="2057400"/>
            <a:ext cx="177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99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080000" y="1651000"/>
            <a:ext cx="1778000" cy="952500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5400000">
              <a:srgbClr val="8b5cf6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95950" y="171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7304" y="32504"/>
                </a:moveTo>
                <a:cubicBezTo>
                  <a:pt x="344745" y="25063"/>
                  <a:pt x="344745" y="12978"/>
                  <a:pt x="337304" y="5536"/>
                </a:cubicBezTo>
                <a:cubicBezTo>
                  <a:pt x="329863" y="-1905"/>
                  <a:pt x="317778" y="-1905"/>
                  <a:pt x="310336" y="5536"/>
                </a:cubicBezTo>
                <a:lnTo>
                  <a:pt x="196036" y="119836"/>
                </a:lnTo>
                <a:lnTo>
                  <a:pt x="175379" y="99179"/>
                </a:lnTo>
                <a:cubicBezTo>
                  <a:pt x="172879" y="96679"/>
                  <a:pt x="169426" y="95250"/>
                  <a:pt x="165854" y="95250"/>
                </a:cubicBezTo>
                <a:cubicBezTo>
                  <a:pt x="158413" y="95250"/>
                  <a:pt x="152400" y="101263"/>
                  <a:pt x="152400" y="108704"/>
                </a:cubicBezTo>
                <a:lnTo>
                  <a:pt x="152400" y="126028"/>
                </a:lnTo>
                <a:lnTo>
                  <a:pt x="216872" y="190500"/>
                </a:lnTo>
                <a:lnTo>
                  <a:pt x="234196" y="190500"/>
                </a:lnTo>
                <a:cubicBezTo>
                  <a:pt x="241637" y="190500"/>
                  <a:pt x="247650" y="184487"/>
                  <a:pt x="247650" y="177046"/>
                </a:cubicBezTo>
                <a:cubicBezTo>
                  <a:pt x="247650" y="173474"/>
                  <a:pt x="246221" y="170021"/>
                  <a:pt x="243721" y="167521"/>
                </a:cubicBezTo>
                <a:lnTo>
                  <a:pt x="223064" y="146864"/>
                </a:lnTo>
                <a:lnTo>
                  <a:pt x="337364" y="32564"/>
                </a:lnTo>
                <a:close/>
                <a:moveTo>
                  <a:pt x="203061" y="210383"/>
                </a:moveTo>
                <a:lnTo>
                  <a:pt x="132517" y="139839"/>
                </a:lnTo>
                <a:cubicBezTo>
                  <a:pt x="107097" y="137636"/>
                  <a:pt x="81796" y="146804"/>
                  <a:pt x="63579" y="165021"/>
                </a:cubicBezTo>
                <a:lnTo>
                  <a:pt x="58817" y="169783"/>
                </a:lnTo>
                <a:cubicBezTo>
                  <a:pt x="45541" y="183059"/>
                  <a:pt x="38100" y="201037"/>
                  <a:pt x="38100" y="219789"/>
                </a:cubicBezTo>
                <a:cubicBezTo>
                  <a:pt x="38100" y="223838"/>
                  <a:pt x="42327" y="226457"/>
                  <a:pt x="45958" y="224671"/>
                </a:cubicBezTo>
                <a:lnTo>
                  <a:pt x="76379" y="209490"/>
                </a:lnTo>
                <a:cubicBezTo>
                  <a:pt x="79355" y="208002"/>
                  <a:pt x="82034" y="211931"/>
                  <a:pt x="79593" y="214193"/>
                </a:cubicBezTo>
                <a:lnTo>
                  <a:pt x="4346" y="281821"/>
                </a:lnTo>
                <a:cubicBezTo>
                  <a:pt x="1607" y="284321"/>
                  <a:pt x="0" y="287893"/>
                  <a:pt x="0" y="291644"/>
                </a:cubicBezTo>
                <a:cubicBezTo>
                  <a:pt x="0" y="298906"/>
                  <a:pt x="5894" y="304800"/>
                  <a:pt x="13156" y="304800"/>
                </a:cubicBezTo>
                <a:lnTo>
                  <a:pt x="116324" y="304800"/>
                </a:lnTo>
                <a:cubicBezTo>
                  <a:pt x="139422" y="304800"/>
                  <a:pt x="161508" y="295632"/>
                  <a:pt x="177879" y="279321"/>
                </a:cubicBezTo>
                <a:cubicBezTo>
                  <a:pt x="196096" y="261104"/>
                  <a:pt x="205204" y="235803"/>
                  <a:pt x="203061" y="2103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80000" y="2057400"/>
            <a:ext cx="177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239000" y="1651000"/>
            <a:ext cx="1778000" cy="9525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5400000">
              <a:srgbClr val="10b981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74000" y="171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239000" y="2057400"/>
            <a:ext cx="177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17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398000" y="1651000"/>
            <a:ext cx="1778000" cy="9525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5400000">
              <a:srgbClr val="f97316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33000" y="171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398000" y="2057400"/>
            <a:ext cx="177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176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1557000" y="1651000"/>
            <a:ext cx="1778000" cy="9525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5400000">
              <a:srgbClr val="4f46e5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172950" y="1714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95250" y="0"/>
                </a:moveTo>
                <a:cubicBezTo>
                  <a:pt x="105787" y="0"/>
                  <a:pt x="114300" y="8513"/>
                  <a:pt x="114300" y="19050"/>
                </a:cubicBezTo>
                <a:lnTo>
                  <a:pt x="114300" y="38100"/>
                </a:lnTo>
                <a:lnTo>
                  <a:pt x="190500" y="38100"/>
                </a:lnTo>
                <a:cubicBezTo>
                  <a:pt x="201037" y="38100"/>
                  <a:pt x="209550" y="46613"/>
                  <a:pt x="209550" y="57150"/>
                </a:cubicBezTo>
                <a:cubicBezTo>
                  <a:pt x="209550" y="67687"/>
                  <a:pt x="201037" y="76200"/>
                  <a:pt x="190500" y="76200"/>
                </a:cubicBezTo>
                <a:lnTo>
                  <a:pt x="184785" y="76200"/>
                </a:lnTo>
                <a:lnTo>
                  <a:pt x="179784" y="89952"/>
                </a:lnTo>
                <a:cubicBezTo>
                  <a:pt x="170021" y="116860"/>
                  <a:pt x="155317" y="141446"/>
                  <a:pt x="136803" y="162580"/>
                </a:cubicBezTo>
                <a:cubicBezTo>
                  <a:pt x="145256" y="167819"/>
                  <a:pt x="154067" y="172462"/>
                  <a:pt x="163235" y="176570"/>
                </a:cubicBezTo>
                <a:lnTo>
                  <a:pt x="193238" y="189905"/>
                </a:lnTo>
                <a:lnTo>
                  <a:pt x="230267" y="106561"/>
                </a:lnTo>
                <a:cubicBezTo>
                  <a:pt x="233303" y="99655"/>
                  <a:pt x="240149" y="95250"/>
                  <a:pt x="247650" y="95250"/>
                </a:cubicBezTo>
                <a:cubicBezTo>
                  <a:pt x="255151" y="95250"/>
                  <a:pt x="261997" y="99655"/>
                  <a:pt x="265033" y="106561"/>
                </a:cubicBezTo>
                <a:lnTo>
                  <a:pt x="341233" y="278011"/>
                </a:lnTo>
                <a:cubicBezTo>
                  <a:pt x="345519" y="287655"/>
                  <a:pt x="341174" y="298906"/>
                  <a:pt x="331589" y="303133"/>
                </a:cubicBezTo>
                <a:cubicBezTo>
                  <a:pt x="322005" y="307360"/>
                  <a:pt x="310694" y="303074"/>
                  <a:pt x="306467" y="293489"/>
                </a:cubicBezTo>
                <a:lnTo>
                  <a:pt x="294561" y="266700"/>
                </a:lnTo>
                <a:lnTo>
                  <a:pt x="200799" y="266700"/>
                </a:lnTo>
                <a:lnTo>
                  <a:pt x="188893" y="293489"/>
                </a:lnTo>
                <a:cubicBezTo>
                  <a:pt x="184606" y="303133"/>
                  <a:pt x="173355" y="307419"/>
                  <a:pt x="163770" y="303133"/>
                </a:cubicBezTo>
                <a:cubicBezTo>
                  <a:pt x="154186" y="298847"/>
                  <a:pt x="149840" y="287595"/>
                  <a:pt x="154126" y="278011"/>
                </a:cubicBezTo>
                <a:lnTo>
                  <a:pt x="177820" y="224730"/>
                </a:lnTo>
                <a:lnTo>
                  <a:pt x="147816" y="211395"/>
                </a:lnTo>
                <a:cubicBezTo>
                  <a:pt x="134124" y="205323"/>
                  <a:pt x="121027" y="198060"/>
                  <a:pt x="108645" y="189726"/>
                </a:cubicBezTo>
                <a:cubicBezTo>
                  <a:pt x="95964" y="199965"/>
                  <a:pt x="82094" y="208895"/>
                  <a:pt x="67270" y="216337"/>
                </a:cubicBezTo>
                <a:lnTo>
                  <a:pt x="46613" y="226576"/>
                </a:lnTo>
                <a:cubicBezTo>
                  <a:pt x="37207" y="231279"/>
                  <a:pt x="25777" y="227469"/>
                  <a:pt x="21074" y="218063"/>
                </a:cubicBezTo>
                <a:cubicBezTo>
                  <a:pt x="16371" y="208657"/>
                  <a:pt x="20181" y="197227"/>
                  <a:pt x="29587" y="192524"/>
                </a:cubicBezTo>
                <a:lnTo>
                  <a:pt x="50125" y="182225"/>
                </a:lnTo>
                <a:cubicBezTo>
                  <a:pt x="59829" y="177344"/>
                  <a:pt x="69056" y="171688"/>
                  <a:pt x="77748" y="165378"/>
                </a:cubicBezTo>
                <a:cubicBezTo>
                  <a:pt x="69533" y="157817"/>
                  <a:pt x="61793" y="149662"/>
                  <a:pt x="54590" y="141030"/>
                </a:cubicBezTo>
                <a:lnTo>
                  <a:pt x="48578" y="133767"/>
                </a:lnTo>
                <a:cubicBezTo>
                  <a:pt x="41850" y="125670"/>
                  <a:pt x="42922" y="113645"/>
                  <a:pt x="51018" y="106918"/>
                </a:cubicBezTo>
                <a:cubicBezTo>
                  <a:pt x="59115" y="100191"/>
                  <a:pt x="71140" y="101263"/>
                  <a:pt x="77867" y="109359"/>
                </a:cubicBezTo>
                <a:lnTo>
                  <a:pt x="83939" y="116622"/>
                </a:lnTo>
                <a:cubicBezTo>
                  <a:pt x="90785" y="124897"/>
                  <a:pt x="98286" y="132576"/>
                  <a:pt x="106204" y="139660"/>
                </a:cubicBezTo>
                <a:cubicBezTo>
                  <a:pt x="122575" y="121563"/>
                  <a:pt x="135493" y="100310"/>
                  <a:pt x="144006" y="76914"/>
                </a:cubicBezTo>
                <a:lnTo>
                  <a:pt x="144304" y="76200"/>
                </a:lnTo>
                <a:lnTo>
                  <a:pt x="19110" y="76200"/>
                </a:lnTo>
                <a:cubicBezTo>
                  <a:pt x="8513" y="76200"/>
                  <a:pt x="0" y="67687"/>
                  <a:pt x="0" y="57150"/>
                </a:cubicBezTo>
                <a:cubicBezTo>
                  <a:pt x="0" y="46613"/>
                  <a:pt x="8513" y="38100"/>
                  <a:pt x="19050" y="38100"/>
                </a:cubicBezTo>
                <a:lnTo>
                  <a:pt x="76200" y="38100"/>
                </a:lnTo>
                <a:lnTo>
                  <a:pt x="76200" y="19050"/>
                </a:lnTo>
                <a:cubicBezTo>
                  <a:pt x="76200" y="8513"/>
                  <a:pt x="84713" y="0"/>
                  <a:pt x="95250" y="0"/>
                </a:cubicBezTo>
                <a:close/>
                <a:moveTo>
                  <a:pt x="247650" y="161211"/>
                </a:moveTo>
                <a:lnTo>
                  <a:pt x="217706" y="228600"/>
                </a:lnTo>
                <a:lnTo>
                  <a:pt x="277594" y="228600"/>
                </a:lnTo>
                <a:lnTo>
                  <a:pt x="247650" y="1612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557000" y="2057400"/>
            <a:ext cx="177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335000" y="2095500"/>
            <a:ext cx="381000" cy="0"/>
          </a:xfrm>
          <a:prstGeom prst="straightConnector1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3716000" y="1651000"/>
            <a:ext cx="1778000" cy="9525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4f46e5">
                <a:alpha val="26667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370050" y="171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52400" y="19050"/>
                </a:moveTo>
                <a:cubicBezTo>
                  <a:pt x="152400" y="8513"/>
                  <a:pt x="143887" y="0"/>
                  <a:pt x="133350" y="0"/>
                </a:cubicBezTo>
                <a:cubicBezTo>
                  <a:pt x="122813" y="0"/>
                  <a:pt x="114300" y="8513"/>
                  <a:pt x="114300" y="19050"/>
                </a:cubicBezTo>
                <a:lnTo>
                  <a:pt x="114300" y="144482"/>
                </a:lnTo>
                <a:lnTo>
                  <a:pt x="89654" y="119836"/>
                </a:lnTo>
                <a:cubicBezTo>
                  <a:pt x="82213" y="112395"/>
                  <a:pt x="70128" y="112395"/>
                  <a:pt x="62686" y="119836"/>
                </a:cubicBezTo>
                <a:cubicBezTo>
                  <a:pt x="55245" y="127278"/>
                  <a:pt x="55245" y="139363"/>
                  <a:pt x="62686" y="146804"/>
                </a:cubicBezTo>
                <a:lnTo>
                  <a:pt x="119836" y="203954"/>
                </a:lnTo>
                <a:cubicBezTo>
                  <a:pt x="127278" y="211395"/>
                  <a:pt x="139363" y="211395"/>
                  <a:pt x="146804" y="203954"/>
                </a:cubicBezTo>
                <a:lnTo>
                  <a:pt x="203954" y="146804"/>
                </a:lnTo>
                <a:cubicBezTo>
                  <a:pt x="211395" y="139363"/>
                  <a:pt x="211395" y="127278"/>
                  <a:pt x="203954" y="119836"/>
                </a:cubicBezTo>
                <a:cubicBezTo>
                  <a:pt x="196513" y="112395"/>
                  <a:pt x="184428" y="112395"/>
                  <a:pt x="176986" y="119836"/>
                </a:cubicBezTo>
                <a:lnTo>
                  <a:pt x="152400" y="144482"/>
                </a:lnTo>
                <a:lnTo>
                  <a:pt x="152400" y="19050"/>
                </a:lnTo>
                <a:close/>
                <a:moveTo>
                  <a:pt x="38100" y="190500"/>
                </a:moveTo>
                <a:cubicBezTo>
                  <a:pt x="17085" y="190500"/>
                  <a:pt x="0" y="207585"/>
                  <a:pt x="0" y="22860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28600"/>
                </a:lnTo>
                <a:cubicBezTo>
                  <a:pt x="266700" y="207585"/>
                  <a:pt x="249615" y="190500"/>
                  <a:pt x="228600" y="190500"/>
                </a:cubicBezTo>
                <a:lnTo>
                  <a:pt x="200680" y="190500"/>
                </a:lnTo>
                <a:lnTo>
                  <a:pt x="166985" y="224195"/>
                </a:lnTo>
                <a:cubicBezTo>
                  <a:pt x="148411" y="242768"/>
                  <a:pt x="118229" y="242768"/>
                  <a:pt x="99655" y="224195"/>
                </a:cubicBezTo>
                <a:lnTo>
                  <a:pt x="66020" y="190500"/>
                </a:lnTo>
                <a:lnTo>
                  <a:pt x="38100" y="190500"/>
                </a:lnTo>
                <a:close/>
                <a:moveTo>
                  <a:pt x="219075" y="223838"/>
                </a:moveTo>
                <a:cubicBezTo>
                  <a:pt x="226960" y="223838"/>
                  <a:pt x="233363" y="230240"/>
                  <a:pt x="233363" y="238125"/>
                </a:cubicBezTo>
                <a:cubicBezTo>
                  <a:pt x="233363" y="246010"/>
                  <a:pt x="226960" y="252413"/>
                  <a:pt x="219075" y="252413"/>
                </a:cubicBezTo>
                <a:cubicBezTo>
                  <a:pt x="211190" y="252413"/>
                  <a:pt x="204787" y="246010"/>
                  <a:pt x="204787" y="238125"/>
                </a:cubicBezTo>
                <a:cubicBezTo>
                  <a:pt x="204787" y="230240"/>
                  <a:pt x="211190" y="223838"/>
                  <a:pt x="219075" y="2238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0" y="2057400"/>
            <a:ext cx="177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2921000"/>
            <a:ext cx="4572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000" y="3048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Input &amp; Extraction Layer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000" y="3492500"/>
            <a:ext cx="406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uploads file (PDF/Image) or pastes text. System routes to CV Module (Tesseract + OpenCV) or PDF Module (PyMuPDF) for raw character extraction.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842000" y="2921000"/>
            <a:ext cx="4572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6000" y="3048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Preprocessing &amp; Routing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96000" y="3492500"/>
            <a:ext cx="406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Extracted text is sanitized (removes null chars, formatting artifacts). langdetect determines source language for smart pipeline routing.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922000" y="2921000"/>
            <a:ext cx="4572000" cy="273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76000" y="3048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Core AI Summarization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76000" y="3492500"/>
            <a:ext cx="406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English → BART transformer. Multilingual → mT5. Unsupported → Hybrid cycle: Translate to English → Summarize → Translate to Target.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302000" y="5969000"/>
            <a:ext cx="9652000" cy="254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4F46E5">
                  <a:alpha val="6000"/>
                </a:srgbClr>
              </a:gs>
              <a:gs pos="100000">
                <a:srgbClr val="0EA5E9">
                  <a:alpha val="6000"/>
                </a:srgbClr>
              </a:gs>
            </a:gsLst>
            <a:lin ang="8100000" scaled="1"/>
          </a:gradFill>
          <a:ln w="1270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830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76200"/>
                </a:moveTo>
                <a:lnTo>
                  <a:pt x="355600" y="279400"/>
                </a:lnTo>
                <a:lnTo>
                  <a:pt x="50800" y="279400"/>
                </a:lnTo>
                <a:lnTo>
                  <a:pt x="50800" y="76200"/>
                </a:lnTo>
                <a:lnTo>
                  <a:pt x="355600" y="76200"/>
                </a:lnTo>
                <a:close/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42545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Output Layer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83000" y="6731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resulting summary and computed compression metrics are delivered to the Streamlit frontend UI. Concurrently, ReportLab generates a dynamic, formatted PDF for immediate user download with one click.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 Explanation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779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7239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270000"/>
            <a:ext cx="7239000" cy="63500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39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333500"/>
            <a:ext cx="6223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Module (nlp_module.py)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673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AI brain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system. Handles language detection using langdetect, text chunking into ~400-word segments to bypass transformer token limits, and recursive summarization using the Falconsai/text_summarization model.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Implements a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cycle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unsupported languages: Translate to English → Summarize → Translate to Target.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55000" y="1270000"/>
            <a:ext cx="7239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55000" y="1270000"/>
            <a:ext cx="7239000" cy="635000"/>
          </a:xfrm>
          <a:prstGeom prst="roundRect">
            <a:avLst>
              <a:gd name="adj" fmla="val 6000"/>
            </a:avLst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8486775" y="1397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991600" y="1333500"/>
            <a:ext cx="6223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CV Module (cv_module.py)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9000" y="2095500"/>
            <a:ext cx="673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computer vision engine.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PIL to load uploaded images, OpenCV for grayscale conversion to improve OCR accuracy, and pytesseract with multilingual language packs.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eng+fra+spa+deu+chi_sim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extract text from images and scanned documents in multiple languages.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7239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4953000"/>
            <a:ext cx="7239000" cy="6350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993775" y="508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0"/>
                </a:move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22225" y="335667"/>
                  <a:pt x="42158" y="355600"/>
                  <a:pt x="66675" y="355600"/>
                </a:cubicBezTo>
                <a:lnTo>
                  <a:pt x="122238" y="355600"/>
                </a:lnTo>
                <a:lnTo>
                  <a:pt x="122238" y="277813"/>
                </a:lnTo>
                <a:cubicBezTo>
                  <a:pt x="122238" y="253296"/>
                  <a:pt x="142171" y="233363"/>
                  <a:pt x="166688" y="233363"/>
                </a:cubicBezTo>
                <a:lnTo>
                  <a:pt x="288925" y="233363"/>
                </a:lnTo>
                <a:lnTo>
                  <a:pt x="288925" y="118418"/>
                </a:lnTo>
                <a:cubicBezTo>
                  <a:pt x="288925" y="106611"/>
                  <a:pt x="284272" y="95290"/>
                  <a:pt x="275937" y="86955"/>
                </a:cubicBezTo>
                <a:lnTo>
                  <a:pt x="201900" y="12988"/>
                </a:lnTo>
                <a:cubicBezTo>
                  <a:pt x="193566" y="4653"/>
                  <a:pt x="182314" y="0"/>
                  <a:pt x="170507" y="0"/>
                </a:cubicBezTo>
                <a:lnTo>
                  <a:pt x="66675" y="0"/>
                </a:lnTo>
                <a:close/>
                <a:moveTo>
                  <a:pt x="248295" y="122238"/>
                </a:moveTo>
                <a:lnTo>
                  <a:pt x="183356" y="122238"/>
                </a:lnTo>
                <a:cubicBezTo>
                  <a:pt x="174119" y="122238"/>
                  <a:pt x="166688" y="114806"/>
                  <a:pt x="166688" y="105569"/>
                </a:cubicBezTo>
                <a:lnTo>
                  <a:pt x="166688" y="40630"/>
                </a:lnTo>
                <a:lnTo>
                  <a:pt x="248295" y="122238"/>
                </a:lnTo>
                <a:close/>
                <a:moveTo>
                  <a:pt x="166688" y="263922"/>
                </a:moveTo>
                <a:cubicBezTo>
                  <a:pt x="159048" y="263922"/>
                  <a:pt x="152797" y="270173"/>
                  <a:pt x="152797" y="277813"/>
                </a:cubicBezTo>
                <a:lnTo>
                  <a:pt x="152797" y="366712"/>
                </a:lnTo>
                <a:cubicBezTo>
                  <a:pt x="152797" y="374352"/>
                  <a:pt x="159048" y="380603"/>
                  <a:pt x="166688" y="380603"/>
                </a:cubicBezTo>
                <a:cubicBezTo>
                  <a:pt x="174327" y="380603"/>
                  <a:pt x="180578" y="374352"/>
                  <a:pt x="180578" y="366712"/>
                </a:cubicBezTo>
                <a:lnTo>
                  <a:pt x="180578" y="347266"/>
                </a:lnTo>
                <a:lnTo>
                  <a:pt x="188913" y="347266"/>
                </a:lnTo>
                <a:cubicBezTo>
                  <a:pt x="211901" y="347266"/>
                  <a:pt x="230584" y="328583"/>
                  <a:pt x="230584" y="305594"/>
                </a:cubicBezTo>
                <a:cubicBezTo>
                  <a:pt x="230584" y="282605"/>
                  <a:pt x="211901" y="263922"/>
                  <a:pt x="188913" y="263922"/>
                </a:cubicBezTo>
                <a:lnTo>
                  <a:pt x="166688" y="263922"/>
                </a:lnTo>
                <a:close/>
                <a:moveTo>
                  <a:pt x="188913" y="319484"/>
                </a:moveTo>
                <a:lnTo>
                  <a:pt x="180578" y="319484"/>
                </a:lnTo>
                <a:lnTo>
                  <a:pt x="180578" y="291703"/>
                </a:lnTo>
                <a:lnTo>
                  <a:pt x="188913" y="291703"/>
                </a:lnTo>
                <a:cubicBezTo>
                  <a:pt x="196552" y="291703"/>
                  <a:pt x="202803" y="297954"/>
                  <a:pt x="202803" y="305594"/>
                </a:cubicBezTo>
                <a:cubicBezTo>
                  <a:pt x="202803" y="313234"/>
                  <a:pt x="196552" y="319484"/>
                  <a:pt x="188913" y="319484"/>
                </a:cubicBezTo>
                <a:close/>
                <a:moveTo>
                  <a:pt x="255587" y="263922"/>
                </a:moveTo>
                <a:cubicBezTo>
                  <a:pt x="247948" y="263922"/>
                  <a:pt x="241697" y="270173"/>
                  <a:pt x="241697" y="277813"/>
                </a:cubicBezTo>
                <a:lnTo>
                  <a:pt x="241697" y="366712"/>
                </a:lnTo>
                <a:cubicBezTo>
                  <a:pt x="241697" y="374352"/>
                  <a:pt x="247948" y="380603"/>
                  <a:pt x="255587" y="380603"/>
                </a:cubicBezTo>
                <a:lnTo>
                  <a:pt x="277813" y="380603"/>
                </a:lnTo>
                <a:cubicBezTo>
                  <a:pt x="297746" y="380603"/>
                  <a:pt x="313928" y="364421"/>
                  <a:pt x="313928" y="344488"/>
                </a:cubicBezTo>
                <a:lnTo>
                  <a:pt x="313928" y="300038"/>
                </a:lnTo>
                <a:cubicBezTo>
                  <a:pt x="313928" y="280104"/>
                  <a:pt x="297746" y="263922"/>
                  <a:pt x="277813" y="263922"/>
                </a:cubicBezTo>
                <a:lnTo>
                  <a:pt x="255587" y="263922"/>
                </a:lnTo>
                <a:close/>
                <a:moveTo>
                  <a:pt x="269478" y="352822"/>
                </a:moveTo>
                <a:lnTo>
                  <a:pt x="269478" y="291703"/>
                </a:lnTo>
                <a:lnTo>
                  <a:pt x="277813" y="291703"/>
                </a:lnTo>
                <a:cubicBezTo>
                  <a:pt x="282396" y="291703"/>
                  <a:pt x="286147" y="295454"/>
                  <a:pt x="286147" y="300038"/>
                </a:cubicBezTo>
                <a:lnTo>
                  <a:pt x="286147" y="344488"/>
                </a:lnTo>
                <a:cubicBezTo>
                  <a:pt x="286147" y="349071"/>
                  <a:pt x="282396" y="352822"/>
                  <a:pt x="277813" y="352822"/>
                </a:cubicBezTo>
                <a:lnTo>
                  <a:pt x="269478" y="352822"/>
                </a:lnTo>
                <a:close/>
                <a:moveTo>
                  <a:pt x="330597" y="277813"/>
                </a:moveTo>
                <a:lnTo>
                  <a:pt x="330597" y="366712"/>
                </a:lnTo>
                <a:cubicBezTo>
                  <a:pt x="330597" y="374352"/>
                  <a:pt x="336848" y="380603"/>
                  <a:pt x="344488" y="380603"/>
                </a:cubicBezTo>
                <a:cubicBezTo>
                  <a:pt x="352127" y="380603"/>
                  <a:pt x="358378" y="374352"/>
                  <a:pt x="358378" y="366712"/>
                </a:cubicBezTo>
                <a:lnTo>
                  <a:pt x="358378" y="336153"/>
                </a:lnTo>
                <a:lnTo>
                  <a:pt x="377825" y="336153"/>
                </a:lnTo>
                <a:cubicBezTo>
                  <a:pt x="385465" y="336153"/>
                  <a:pt x="391716" y="329902"/>
                  <a:pt x="391716" y="322263"/>
                </a:cubicBezTo>
                <a:cubicBezTo>
                  <a:pt x="391716" y="314623"/>
                  <a:pt x="385465" y="308372"/>
                  <a:pt x="377825" y="308372"/>
                </a:cubicBezTo>
                <a:lnTo>
                  <a:pt x="358378" y="308372"/>
                </a:lnTo>
                <a:lnTo>
                  <a:pt x="358378" y="291703"/>
                </a:lnTo>
                <a:lnTo>
                  <a:pt x="377825" y="291703"/>
                </a:lnTo>
                <a:cubicBezTo>
                  <a:pt x="385465" y="291703"/>
                  <a:pt x="391716" y="285452"/>
                  <a:pt x="391716" y="277813"/>
                </a:cubicBezTo>
                <a:cubicBezTo>
                  <a:pt x="391716" y="270173"/>
                  <a:pt x="385465" y="263922"/>
                  <a:pt x="377825" y="263922"/>
                </a:cubicBezTo>
                <a:lnTo>
                  <a:pt x="344488" y="263922"/>
                </a:lnTo>
                <a:cubicBezTo>
                  <a:pt x="336848" y="263922"/>
                  <a:pt x="330597" y="270173"/>
                  <a:pt x="330597" y="2778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5016500"/>
            <a:ext cx="6223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 Module (pdf_module.py)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778500"/>
            <a:ext cx="673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document parser.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Leverages PyMuPDF (fitz) to read multi-page PDF byte streams and combines text from all pages into a unified string.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regex-based cleaning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remove null characters, zero-width formatting chars, and normalize whitespace/newlines.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5000" y="4953000"/>
            <a:ext cx="7239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55000" y="4953000"/>
            <a:ext cx="7239000" cy="6350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8486775" y="508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644" y="67439"/>
                </a:moveTo>
                <a:lnTo>
                  <a:pt x="155644" y="101888"/>
                </a:lnTo>
                <a:lnTo>
                  <a:pt x="155992" y="102235"/>
                </a:lnTo>
                <a:cubicBezTo>
                  <a:pt x="160506" y="45006"/>
                  <a:pt x="208359" y="0"/>
                  <a:pt x="266769" y="0"/>
                </a:cubicBezTo>
                <a:cubicBezTo>
                  <a:pt x="280730" y="0"/>
                  <a:pt x="294134" y="2570"/>
                  <a:pt x="306427" y="7293"/>
                </a:cubicBezTo>
                <a:cubicBezTo>
                  <a:pt x="313373" y="9932"/>
                  <a:pt x="314623" y="18752"/>
                  <a:pt x="309414" y="24031"/>
                </a:cubicBezTo>
                <a:lnTo>
                  <a:pt x="247809" y="85636"/>
                </a:lnTo>
                <a:cubicBezTo>
                  <a:pt x="245725" y="87719"/>
                  <a:pt x="244544" y="90567"/>
                  <a:pt x="244544" y="93484"/>
                </a:cubicBezTo>
                <a:lnTo>
                  <a:pt x="244544" y="122238"/>
                </a:lnTo>
                <a:cubicBezTo>
                  <a:pt x="244544" y="128349"/>
                  <a:pt x="249545" y="133350"/>
                  <a:pt x="255657" y="133350"/>
                </a:cubicBezTo>
                <a:lnTo>
                  <a:pt x="284411" y="133350"/>
                </a:lnTo>
                <a:cubicBezTo>
                  <a:pt x="287328" y="133350"/>
                  <a:pt x="290175" y="132169"/>
                  <a:pt x="292259" y="130086"/>
                </a:cubicBezTo>
                <a:lnTo>
                  <a:pt x="353864" y="68481"/>
                </a:lnTo>
                <a:cubicBezTo>
                  <a:pt x="359142" y="63202"/>
                  <a:pt x="367963" y="64522"/>
                  <a:pt x="370602" y="71467"/>
                </a:cubicBezTo>
                <a:cubicBezTo>
                  <a:pt x="375325" y="83760"/>
                  <a:pt x="377894" y="97165"/>
                  <a:pt x="377894" y="111125"/>
                </a:cubicBezTo>
                <a:cubicBezTo>
                  <a:pt x="377894" y="153214"/>
                  <a:pt x="354489" y="189885"/>
                  <a:pt x="319901" y="208707"/>
                </a:cubicBezTo>
                <a:lnTo>
                  <a:pt x="376505" y="265311"/>
                </a:lnTo>
                <a:cubicBezTo>
                  <a:pt x="389493" y="278299"/>
                  <a:pt x="389493" y="299412"/>
                  <a:pt x="376505" y="312470"/>
                </a:cubicBezTo>
                <a:lnTo>
                  <a:pt x="334764" y="354211"/>
                </a:lnTo>
                <a:cubicBezTo>
                  <a:pt x="321776" y="367199"/>
                  <a:pt x="300663" y="367199"/>
                  <a:pt x="287605" y="354211"/>
                </a:cubicBezTo>
                <a:lnTo>
                  <a:pt x="200094" y="266700"/>
                </a:lnTo>
                <a:cubicBezTo>
                  <a:pt x="181064" y="247670"/>
                  <a:pt x="176758" y="219541"/>
                  <a:pt x="187246" y="196344"/>
                </a:cubicBezTo>
                <a:lnTo>
                  <a:pt x="124252" y="133350"/>
                </a:lnTo>
                <a:lnTo>
                  <a:pt x="89803" y="133350"/>
                </a:lnTo>
                <a:cubicBezTo>
                  <a:pt x="82371" y="133350"/>
                  <a:pt x="75426" y="129669"/>
                  <a:pt x="71328" y="123488"/>
                </a:cubicBezTo>
                <a:lnTo>
                  <a:pt x="16252" y="40908"/>
                </a:lnTo>
                <a:cubicBezTo>
                  <a:pt x="13335" y="36532"/>
                  <a:pt x="13891" y="30629"/>
                  <a:pt x="17641" y="26878"/>
                </a:cubicBezTo>
                <a:lnTo>
                  <a:pt x="49173" y="-4653"/>
                </a:lnTo>
                <a:cubicBezTo>
                  <a:pt x="52923" y="-8404"/>
                  <a:pt x="58757" y="-8959"/>
                  <a:pt x="63202" y="-6042"/>
                </a:cubicBezTo>
                <a:lnTo>
                  <a:pt x="145782" y="48964"/>
                </a:lnTo>
                <a:cubicBezTo>
                  <a:pt x="151963" y="53062"/>
                  <a:pt x="155644" y="60008"/>
                  <a:pt x="155644" y="67439"/>
                </a:cubicBezTo>
                <a:close/>
                <a:moveTo>
                  <a:pt x="149741" y="205998"/>
                </a:moveTo>
                <a:cubicBezTo>
                  <a:pt x="145365" y="231696"/>
                  <a:pt x="151408" y="258852"/>
                  <a:pt x="168077" y="280591"/>
                </a:cubicBezTo>
                <a:lnTo>
                  <a:pt x="102096" y="346502"/>
                </a:lnTo>
                <a:cubicBezTo>
                  <a:pt x="82580" y="366018"/>
                  <a:pt x="50909" y="366018"/>
                  <a:pt x="31393" y="346502"/>
                </a:cubicBezTo>
                <a:cubicBezTo>
                  <a:pt x="11876" y="326985"/>
                  <a:pt x="11876" y="295315"/>
                  <a:pt x="31393" y="275798"/>
                </a:cubicBezTo>
                <a:lnTo>
                  <a:pt x="125432" y="181759"/>
                </a:lnTo>
                <a:lnTo>
                  <a:pt x="149741" y="20606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91600" y="5016500"/>
            <a:ext cx="6223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Module (utils.py)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9000" y="5778500"/>
            <a:ext cx="673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support infrastructure.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reusable text cleaning, word counting, and compression ratio calculation (original words, summary words, percentage).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downloadable PDFs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ReportLab with custom paragraph styles, clean typography, and professional margins.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779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558800" cy="5588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97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139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841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launches the Streamlit app and sets preferences via the sidebar—selecting output language from 8 options and summary length (Short / Medium / Long).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1400" y="2006600"/>
            <a:ext cx="0" cy="4572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62000" y="2667000"/>
            <a:ext cx="558800" cy="5588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667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266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EA5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3111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inputs content via three methods: typing plain text, uploading a PDF document, or uploading an image (PNG/JPG) for OCR-based recognition.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41400" y="3276600"/>
            <a:ext cx="0" cy="4572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62000" y="3937000"/>
            <a:ext cx="558800" cy="5588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937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 Extraction &amp; Cleaning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4381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routes input to the appropriate module—PDF Module for documents, CV Module for images—and applies Utility cleaning to sanitize text by removing control characters.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1400" y="4546600"/>
            <a:ext cx="0" cy="4572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62000" y="5207000"/>
            <a:ext cx="558800" cy="558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5207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4000" y="520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Chunking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" y="5651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overcome the 1024-token context limit, the system segments long documents into ~400-word logical chunks preserving semantic coherence and context boundaries.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1400" y="5816600"/>
            <a:ext cx="0" cy="4572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62000" y="6477000"/>
            <a:ext cx="558800" cy="558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6477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24000" y="647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Summarization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" y="6921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chunk is processed through the neural network. Localized summaries are concatenated, and if results exceed 1000 words, a recursive summarization loop triggers.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41400" y="7086600"/>
            <a:ext cx="0" cy="4572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ysDot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762000" y="7747000"/>
            <a:ext cx="558800" cy="558800"/>
          </a:xfrm>
          <a:prstGeom prst="ellipse">
            <a:avLst/>
          </a:pr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8100000" scaled="1"/>
          </a:gradFill>
          <a:ln/>
        </p:spPr>
      </p:sp>
      <p:sp>
        <p:nvSpPr>
          <p:cNvPr id="30" name="Text 28"/>
          <p:cNvSpPr/>
          <p:nvPr/>
        </p:nvSpPr>
        <p:spPr>
          <a:xfrm>
            <a:off x="762000" y="7747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24000" y="774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 &amp; Delivery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24000" y="81915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final summary is translated to the target language if needed, displayed with real-time compression metrics, and offered as a downloadable PDF.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779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1524000"/>
            <a:ext cx="558800" cy="558800"/>
          </a:xfrm>
          <a:prstGeom prst="ellipse">
            <a:avLst/>
          </a:prstGeom>
          <a:solidFill>
            <a:srgbClr val="4F46E5">
              <a:alpha val="823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0300" y="16383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26948" y="180578"/>
                </a:moveTo>
                <a:lnTo>
                  <a:pt x="103832" y="180578"/>
                </a:lnTo>
                <a:cubicBezTo>
                  <a:pt x="105703" y="222176"/>
                  <a:pt x="114925" y="260484"/>
                  <a:pt x="128017" y="288538"/>
                </a:cubicBezTo>
                <a:cubicBezTo>
                  <a:pt x="135369" y="304339"/>
                  <a:pt x="143302" y="315496"/>
                  <a:pt x="150654" y="322332"/>
                </a:cubicBezTo>
                <a:cubicBezTo>
                  <a:pt x="157877" y="329104"/>
                  <a:pt x="162843" y="330200"/>
                  <a:pt x="165422" y="330200"/>
                </a:cubicBezTo>
                <a:cubicBezTo>
                  <a:pt x="168002" y="330200"/>
                  <a:pt x="172968" y="329104"/>
                  <a:pt x="180191" y="322332"/>
                </a:cubicBezTo>
                <a:cubicBezTo>
                  <a:pt x="187543" y="315496"/>
                  <a:pt x="195476" y="304274"/>
                  <a:pt x="202828" y="288538"/>
                </a:cubicBezTo>
                <a:cubicBezTo>
                  <a:pt x="215920" y="260484"/>
                  <a:pt x="225142" y="222176"/>
                  <a:pt x="227012" y="180578"/>
                </a:cubicBezTo>
                <a:close/>
                <a:moveTo>
                  <a:pt x="103768" y="149622"/>
                </a:moveTo>
                <a:lnTo>
                  <a:pt x="226884" y="149622"/>
                </a:lnTo>
                <a:cubicBezTo>
                  <a:pt x="225078" y="108024"/>
                  <a:pt x="215855" y="69716"/>
                  <a:pt x="202763" y="41662"/>
                </a:cubicBezTo>
                <a:cubicBezTo>
                  <a:pt x="195411" y="25926"/>
                  <a:pt x="187479" y="14704"/>
                  <a:pt x="180127" y="7868"/>
                </a:cubicBezTo>
                <a:cubicBezTo>
                  <a:pt x="172904" y="1096"/>
                  <a:pt x="167938" y="0"/>
                  <a:pt x="165358" y="0"/>
                </a:cubicBezTo>
                <a:cubicBezTo>
                  <a:pt x="162778" y="0"/>
                  <a:pt x="157812" y="1096"/>
                  <a:pt x="150589" y="7868"/>
                </a:cubicBezTo>
                <a:cubicBezTo>
                  <a:pt x="143237" y="14704"/>
                  <a:pt x="135305" y="25926"/>
                  <a:pt x="127952" y="41662"/>
                </a:cubicBezTo>
                <a:cubicBezTo>
                  <a:pt x="114861" y="69716"/>
                  <a:pt x="105638" y="108024"/>
                  <a:pt x="103768" y="149622"/>
                </a:cubicBezTo>
                <a:close/>
                <a:moveTo>
                  <a:pt x="72812" y="149622"/>
                </a:moveTo>
                <a:cubicBezTo>
                  <a:pt x="75069" y="94417"/>
                  <a:pt x="89322" y="43145"/>
                  <a:pt x="110153" y="9480"/>
                </a:cubicBezTo>
                <a:cubicBezTo>
                  <a:pt x="50755" y="30505"/>
                  <a:pt x="7030" y="84614"/>
                  <a:pt x="967" y="149622"/>
                </a:cubicBezTo>
                <a:lnTo>
                  <a:pt x="72812" y="149622"/>
                </a:lnTo>
                <a:close/>
                <a:moveTo>
                  <a:pt x="967" y="180578"/>
                </a:moveTo>
                <a:cubicBezTo>
                  <a:pt x="7030" y="245586"/>
                  <a:pt x="50755" y="299695"/>
                  <a:pt x="110153" y="320720"/>
                </a:cubicBezTo>
                <a:cubicBezTo>
                  <a:pt x="89322" y="287055"/>
                  <a:pt x="75069" y="235783"/>
                  <a:pt x="72812" y="180578"/>
                </a:cubicBezTo>
                <a:lnTo>
                  <a:pt x="967" y="180578"/>
                </a:lnTo>
                <a:close/>
                <a:moveTo>
                  <a:pt x="257904" y="180578"/>
                </a:moveTo>
                <a:cubicBezTo>
                  <a:pt x="255647" y="235783"/>
                  <a:pt x="241394" y="287055"/>
                  <a:pt x="220563" y="320720"/>
                </a:cubicBezTo>
                <a:cubicBezTo>
                  <a:pt x="279961" y="299631"/>
                  <a:pt x="323686" y="245586"/>
                  <a:pt x="329749" y="180578"/>
                </a:cubicBezTo>
                <a:lnTo>
                  <a:pt x="257904" y="180578"/>
                </a:lnTo>
                <a:close/>
                <a:moveTo>
                  <a:pt x="329749" y="149622"/>
                </a:moveTo>
                <a:cubicBezTo>
                  <a:pt x="323686" y="84614"/>
                  <a:pt x="279961" y="30505"/>
                  <a:pt x="220563" y="9480"/>
                </a:cubicBezTo>
                <a:cubicBezTo>
                  <a:pt x="241394" y="43145"/>
                  <a:pt x="255647" y="94417"/>
                  <a:pt x="257904" y="149622"/>
                </a:cubicBezTo>
                <a:lnTo>
                  <a:pt x="329749" y="149622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1752600" y="15494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84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languages including English, Telugu, Hindi, French, Spanish, German, Chinese, and Japanese with auto-detection.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333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1524000"/>
            <a:ext cx="558800" cy="558800"/>
          </a:xfrm>
          <a:prstGeom prst="ellipse">
            <a:avLst/>
          </a:prstGeom>
          <a:solidFill>
            <a:srgbClr val="0EA5E9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88075" y="1638300"/>
            <a:ext cx="247650" cy="330200"/>
          </a:xfrm>
          <a:custGeom>
            <a:avLst/>
            <a:gdLst/>
            <a:ahLst/>
            <a:cxnLst/>
            <a:rect l="l" t="t" r="r" b="b"/>
            <a:pathLst>
              <a:path w="247650" h="330200">
                <a:moveTo>
                  <a:pt x="41275" y="0"/>
                </a:moveTo>
                <a:cubicBezTo>
                  <a:pt x="18509" y="0"/>
                  <a:pt x="0" y="18509"/>
                  <a:pt x="0" y="41275"/>
                </a:cubicBezTo>
                <a:lnTo>
                  <a:pt x="0" y="196056"/>
                </a:lnTo>
                <a:lnTo>
                  <a:pt x="117440" y="196056"/>
                </a:lnTo>
                <a:lnTo>
                  <a:pt x="97448" y="176064"/>
                </a:lnTo>
                <a:cubicBezTo>
                  <a:pt x="91385" y="170001"/>
                  <a:pt x="91385" y="160199"/>
                  <a:pt x="97448" y="154201"/>
                </a:cubicBezTo>
                <a:cubicBezTo>
                  <a:pt x="103510" y="148203"/>
                  <a:pt x="113313" y="148139"/>
                  <a:pt x="119311" y="154201"/>
                </a:cubicBezTo>
                <a:lnTo>
                  <a:pt x="165745" y="200635"/>
                </a:lnTo>
                <a:cubicBezTo>
                  <a:pt x="171807" y="206697"/>
                  <a:pt x="171807" y="216500"/>
                  <a:pt x="165745" y="222498"/>
                </a:cubicBezTo>
                <a:lnTo>
                  <a:pt x="119311" y="268932"/>
                </a:lnTo>
                <a:cubicBezTo>
                  <a:pt x="113248" y="274995"/>
                  <a:pt x="103445" y="274995"/>
                  <a:pt x="97448" y="268932"/>
                </a:cubicBezTo>
                <a:cubicBezTo>
                  <a:pt x="91450" y="262870"/>
                  <a:pt x="91385" y="253067"/>
                  <a:pt x="97448" y="247070"/>
                </a:cubicBezTo>
                <a:lnTo>
                  <a:pt x="117440" y="227077"/>
                </a:lnTo>
                <a:lnTo>
                  <a:pt x="0" y="227077"/>
                </a:lnTo>
                <a:lnTo>
                  <a:pt x="0" y="288989"/>
                </a:lnTo>
                <a:cubicBezTo>
                  <a:pt x="0" y="311755"/>
                  <a:pt x="18509" y="330264"/>
                  <a:pt x="41275" y="330264"/>
                </a:cubicBezTo>
                <a:lnTo>
                  <a:pt x="206375" y="330264"/>
                </a:lnTo>
                <a:cubicBezTo>
                  <a:pt x="229141" y="330264"/>
                  <a:pt x="247650" y="311755"/>
                  <a:pt x="247650" y="288989"/>
                </a:cubicBezTo>
                <a:lnTo>
                  <a:pt x="247650" y="110024"/>
                </a:lnTo>
                <a:cubicBezTo>
                  <a:pt x="247650" y="99060"/>
                  <a:pt x="243329" y="88548"/>
                  <a:pt x="235590" y="80809"/>
                </a:cubicBezTo>
                <a:lnTo>
                  <a:pt x="166841" y="12060"/>
                </a:lnTo>
                <a:cubicBezTo>
                  <a:pt x="159102" y="4321"/>
                  <a:pt x="148654" y="0"/>
                  <a:pt x="137691" y="0"/>
                </a:cubicBezTo>
                <a:lnTo>
                  <a:pt x="41275" y="0"/>
                </a:lnTo>
                <a:close/>
                <a:moveTo>
                  <a:pt x="209922" y="113506"/>
                </a:moveTo>
                <a:lnTo>
                  <a:pt x="149622" y="113506"/>
                </a:lnTo>
                <a:cubicBezTo>
                  <a:pt x="141044" y="113506"/>
                  <a:pt x="134144" y="106606"/>
                  <a:pt x="134144" y="98028"/>
                </a:cubicBezTo>
                <a:lnTo>
                  <a:pt x="134144" y="37728"/>
                </a:lnTo>
                <a:lnTo>
                  <a:pt x="209922" y="113506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769100" y="15494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Multi-Format Input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184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with plain text, PDF documents (multi-page), and image files (PNG, JPG, JPEG) for universal processing.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333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049000" y="1524000"/>
            <a:ext cx="558800" cy="558800"/>
          </a:xfrm>
          <a:prstGeom prst="ellipse">
            <a:avLst/>
          </a:prstGeom>
          <a:solidFill>
            <a:srgbClr val="F97316">
              <a:alpha val="82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163300" y="16383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68288" y="134144"/>
                </a:moveTo>
                <a:cubicBezTo>
                  <a:pt x="268288" y="163746"/>
                  <a:pt x="258678" y="191090"/>
                  <a:pt x="242491" y="213276"/>
                </a:cubicBezTo>
                <a:lnTo>
                  <a:pt x="324138" y="294987"/>
                </a:lnTo>
                <a:cubicBezTo>
                  <a:pt x="332199" y="303049"/>
                  <a:pt x="332199" y="316141"/>
                  <a:pt x="324138" y="324202"/>
                </a:cubicBezTo>
                <a:cubicBezTo>
                  <a:pt x="316076" y="332264"/>
                  <a:pt x="302984" y="332264"/>
                  <a:pt x="294923" y="324202"/>
                </a:cubicBezTo>
                <a:lnTo>
                  <a:pt x="213276" y="242491"/>
                </a:lnTo>
                <a:cubicBezTo>
                  <a:pt x="191090" y="258678"/>
                  <a:pt x="163746" y="268288"/>
                  <a:pt x="134144" y="268288"/>
                </a:cubicBezTo>
                <a:cubicBezTo>
                  <a:pt x="60042" y="268288"/>
                  <a:pt x="0" y="208245"/>
                  <a:pt x="0" y="134144"/>
                </a:cubicBezTo>
                <a:cubicBezTo>
                  <a:pt x="0" y="60042"/>
                  <a:pt x="60042" y="0"/>
                  <a:pt x="134144" y="0"/>
                </a:cubicBezTo>
                <a:cubicBezTo>
                  <a:pt x="208245" y="0"/>
                  <a:pt x="268288" y="60042"/>
                  <a:pt x="268288" y="134144"/>
                </a:cubicBezTo>
                <a:close/>
                <a:moveTo>
                  <a:pt x="134144" y="227013"/>
                </a:moveTo>
                <a:cubicBezTo>
                  <a:pt x="185399" y="227013"/>
                  <a:pt x="227013" y="185399"/>
                  <a:pt x="227013" y="134144"/>
                </a:cubicBezTo>
                <a:cubicBezTo>
                  <a:pt x="227013" y="82888"/>
                  <a:pt x="185399" y="41275"/>
                  <a:pt x="134144" y="41275"/>
                </a:cubicBezTo>
                <a:cubicBezTo>
                  <a:pt x="82888" y="41275"/>
                  <a:pt x="41275" y="82888"/>
                  <a:pt x="41275" y="134144"/>
                </a:cubicBezTo>
                <a:cubicBezTo>
                  <a:pt x="41275" y="185399"/>
                  <a:pt x="82888" y="227013"/>
                  <a:pt x="134144" y="22701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1785600" y="15494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Language Detection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184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langdetect instantly identifies input language without user intervention, enabling smart pipeline routing.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873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6000" y="4064000"/>
            <a:ext cx="558800" cy="558800"/>
          </a:xfrm>
          <a:prstGeom prst="ellipse">
            <a:avLst/>
          </a:prstGeom>
          <a:solidFill>
            <a:srgbClr val="8B5CF6">
              <a:alpha val="823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09663" y="41783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61912" y="0"/>
                </a:moveTo>
                <a:cubicBezTo>
                  <a:pt x="39147" y="0"/>
                  <a:pt x="20638" y="18509"/>
                  <a:pt x="20638" y="41275"/>
                </a:cubicBezTo>
                <a:lnTo>
                  <a:pt x="20638" y="288925"/>
                </a:lnTo>
                <a:cubicBezTo>
                  <a:pt x="20638" y="311691"/>
                  <a:pt x="39147" y="330200"/>
                  <a:pt x="61912" y="330200"/>
                </a:cubicBezTo>
                <a:lnTo>
                  <a:pt x="113506" y="330200"/>
                </a:lnTo>
                <a:lnTo>
                  <a:pt x="113506" y="257969"/>
                </a:lnTo>
                <a:cubicBezTo>
                  <a:pt x="113506" y="235203"/>
                  <a:pt x="132016" y="216694"/>
                  <a:pt x="154781" y="216694"/>
                </a:cubicBezTo>
                <a:lnTo>
                  <a:pt x="268288" y="216694"/>
                </a:lnTo>
                <a:lnTo>
                  <a:pt x="268288" y="109959"/>
                </a:lnTo>
                <a:cubicBezTo>
                  <a:pt x="268288" y="98996"/>
                  <a:pt x="263967" y="88483"/>
                  <a:pt x="256227" y="80744"/>
                </a:cubicBezTo>
                <a:lnTo>
                  <a:pt x="187479" y="12060"/>
                </a:lnTo>
                <a:cubicBezTo>
                  <a:pt x="179740" y="4321"/>
                  <a:pt x="169292" y="0"/>
                  <a:pt x="158328" y="0"/>
                </a:cubicBezTo>
                <a:lnTo>
                  <a:pt x="61912" y="0"/>
                </a:lnTo>
                <a:close/>
                <a:moveTo>
                  <a:pt x="230560" y="113506"/>
                </a:moveTo>
                <a:lnTo>
                  <a:pt x="170259" y="113506"/>
                </a:lnTo>
                <a:cubicBezTo>
                  <a:pt x="161682" y="113506"/>
                  <a:pt x="154781" y="106606"/>
                  <a:pt x="154781" y="98028"/>
                </a:cubicBezTo>
                <a:lnTo>
                  <a:pt x="154781" y="37728"/>
                </a:lnTo>
                <a:lnTo>
                  <a:pt x="230560" y="113506"/>
                </a:lnTo>
                <a:close/>
                <a:moveTo>
                  <a:pt x="154781" y="245070"/>
                </a:moveTo>
                <a:cubicBezTo>
                  <a:pt x="147687" y="245070"/>
                  <a:pt x="141883" y="250875"/>
                  <a:pt x="141883" y="257969"/>
                </a:cubicBezTo>
                <a:lnTo>
                  <a:pt x="141883" y="340519"/>
                </a:lnTo>
                <a:cubicBezTo>
                  <a:pt x="141883" y="347613"/>
                  <a:pt x="147687" y="353417"/>
                  <a:pt x="154781" y="353417"/>
                </a:cubicBezTo>
                <a:cubicBezTo>
                  <a:pt x="161875" y="353417"/>
                  <a:pt x="167680" y="347613"/>
                  <a:pt x="167680" y="340519"/>
                </a:cubicBezTo>
                <a:lnTo>
                  <a:pt x="167680" y="322461"/>
                </a:lnTo>
                <a:lnTo>
                  <a:pt x="175419" y="322461"/>
                </a:lnTo>
                <a:cubicBezTo>
                  <a:pt x="196766" y="322461"/>
                  <a:pt x="214114" y="305113"/>
                  <a:pt x="214114" y="283766"/>
                </a:cubicBezTo>
                <a:cubicBezTo>
                  <a:pt x="214114" y="262419"/>
                  <a:pt x="196766" y="245070"/>
                  <a:pt x="175419" y="245070"/>
                </a:cubicBezTo>
                <a:lnTo>
                  <a:pt x="154781" y="245070"/>
                </a:lnTo>
                <a:close/>
                <a:moveTo>
                  <a:pt x="175419" y="296664"/>
                </a:moveTo>
                <a:lnTo>
                  <a:pt x="167680" y="296664"/>
                </a:lnTo>
                <a:lnTo>
                  <a:pt x="167680" y="270867"/>
                </a:lnTo>
                <a:lnTo>
                  <a:pt x="175419" y="270867"/>
                </a:lnTo>
                <a:cubicBezTo>
                  <a:pt x="182513" y="270867"/>
                  <a:pt x="188317" y="276671"/>
                  <a:pt x="188317" y="283766"/>
                </a:cubicBezTo>
                <a:cubicBezTo>
                  <a:pt x="188317" y="290860"/>
                  <a:pt x="182513" y="296664"/>
                  <a:pt x="175419" y="296664"/>
                </a:cubicBezTo>
                <a:close/>
                <a:moveTo>
                  <a:pt x="237331" y="245070"/>
                </a:moveTo>
                <a:cubicBezTo>
                  <a:pt x="230237" y="245070"/>
                  <a:pt x="224433" y="250875"/>
                  <a:pt x="224433" y="257969"/>
                </a:cubicBezTo>
                <a:lnTo>
                  <a:pt x="224433" y="340519"/>
                </a:lnTo>
                <a:cubicBezTo>
                  <a:pt x="224433" y="347613"/>
                  <a:pt x="230237" y="353417"/>
                  <a:pt x="237331" y="353417"/>
                </a:cubicBezTo>
                <a:lnTo>
                  <a:pt x="257969" y="353417"/>
                </a:lnTo>
                <a:cubicBezTo>
                  <a:pt x="276478" y="353417"/>
                  <a:pt x="291505" y="338391"/>
                  <a:pt x="291505" y="319881"/>
                </a:cubicBezTo>
                <a:lnTo>
                  <a:pt x="291505" y="278606"/>
                </a:lnTo>
                <a:cubicBezTo>
                  <a:pt x="291505" y="260097"/>
                  <a:pt x="276478" y="245070"/>
                  <a:pt x="257969" y="245070"/>
                </a:cubicBezTo>
                <a:lnTo>
                  <a:pt x="237331" y="245070"/>
                </a:lnTo>
                <a:close/>
                <a:moveTo>
                  <a:pt x="250230" y="327620"/>
                </a:moveTo>
                <a:lnTo>
                  <a:pt x="250230" y="270867"/>
                </a:lnTo>
                <a:lnTo>
                  <a:pt x="257969" y="270867"/>
                </a:lnTo>
                <a:cubicBezTo>
                  <a:pt x="262225" y="270867"/>
                  <a:pt x="265708" y="274350"/>
                  <a:pt x="265708" y="278606"/>
                </a:cubicBezTo>
                <a:lnTo>
                  <a:pt x="265708" y="319881"/>
                </a:lnTo>
                <a:cubicBezTo>
                  <a:pt x="265708" y="324138"/>
                  <a:pt x="262225" y="327620"/>
                  <a:pt x="257969" y="327620"/>
                </a:cubicBezTo>
                <a:lnTo>
                  <a:pt x="250230" y="327620"/>
                </a:lnTo>
                <a:close/>
                <a:moveTo>
                  <a:pt x="306983" y="257969"/>
                </a:moveTo>
                <a:lnTo>
                  <a:pt x="306983" y="340519"/>
                </a:lnTo>
                <a:cubicBezTo>
                  <a:pt x="306983" y="347613"/>
                  <a:pt x="312787" y="353417"/>
                  <a:pt x="319881" y="353417"/>
                </a:cubicBezTo>
                <a:cubicBezTo>
                  <a:pt x="326975" y="353417"/>
                  <a:pt x="332780" y="347613"/>
                  <a:pt x="332780" y="340519"/>
                </a:cubicBezTo>
                <a:lnTo>
                  <a:pt x="332780" y="312142"/>
                </a:lnTo>
                <a:lnTo>
                  <a:pt x="350838" y="312142"/>
                </a:lnTo>
                <a:cubicBezTo>
                  <a:pt x="357932" y="312142"/>
                  <a:pt x="363736" y="306338"/>
                  <a:pt x="363736" y="299244"/>
                </a:cubicBezTo>
                <a:cubicBezTo>
                  <a:pt x="363736" y="292150"/>
                  <a:pt x="357932" y="286345"/>
                  <a:pt x="350838" y="286345"/>
                </a:cubicBezTo>
                <a:lnTo>
                  <a:pt x="332780" y="286345"/>
                </a:lnTo>
                <a:lnTo>
                  <a:pt x="332780" y="270867"/>
                </a:lnTo>
                <a:lnTo>
                  <a:pt x="350838" y="270867"/>
                </a:lnTo>
                <a:cubicBezTo>
                  <a:pt x="357932" y="270867"/>
                  <a:pt x="363736" y="265063"/>
                  <a:pt x="363736" y="257969"/>
                </a:cubicBezTo>
                <a:cubicBezTo>
                  <a:pt x="363736" y="250875"/>
                  <a:pt x="357932" y="245070"/>
                  <a:pt x="350838" y="245070"/>
                </a:cubicBezTo>
                <a:lnTo>
                  <a:pt x="319881" y="245070"/>
                </a:lnTo>
                <a:cubicBezTo>
                  <a:pt x="312787" y="245070"/>
                  <a:pt x="306983" y="250875"/>
                  <a:pt x="306983" y="257969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1752600" y="40894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PDF Download Option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4724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generation of professionally formatted PDF summaries using ReportLab with clean typography.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0" y="3873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2500" y="4064000"/>
            <a:ext cx="558800" cy="558800"/>
          </a:xfrm>
          <a:prstGeom prst="ellipse">
            <a:avLst/>
          </a:prstGeom>
          <a:solidFill>
            <a:srgbClr val="10B981">
              <a:alpha val="823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126163" y="41783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330458" y="154781"/>
                </a:moveTo>
                <a:lnTo>
                  <a:pt x="216952" y="154781"/>
                </a:lnTo>
                <a:cubicBezTo>
                  <a:pt x="205537" y="154781"/>
                  <a:pt x="196314" y="145559"/>
                  <a:pt x="196314" y="134144"/>
                </a:cubicBezTo>
                <a:lnTo>
                  <a:pt x="196314" y="20638"/>
                </a:lnTo>
                <a:cubicBezTo>
                  <a:pt x="196314" y="9222"/>
                  <a:pt x="205601" y="-129"/>
                  <a:pt x="216887" y="1354"/>
                </a:cubicBezTo>
                <a:cubicBezTo>
                  <a:pt x="285894" y="10512"/>
                  <a:pt x="340583" y="65202"/>
                  <a:pt x="349741" y="134208"/>
                </a:cubicBezTo>
                <a:cubicBezTo>
                  <a:pt x="351224" y="145494"/>
                  <a:pt x="341873" y="154781"/>
                  <a:pt x="330458" y="154781"/>
                </a:cubicBezTo>
                <a:close/>
                <a:moveTo>
                  <a:pt x="143560" y="23991"/>
                </a:moveTo>
                <a:cubicBezTo>
                  <a:pt x="155233" y="21540"/>
                  <a:pt x="165358" y="31085"/>
                  <a:pt x="165358" y="43016"/>
                </a:cubicBezTo>
                <a:lnTo>
                  <a:pt x="165358" y="170259"/>
                </a:lnTo>
                <a:cubicBezTo>
                  <a:pt x="165358" y="173871"/>
                  <a:pt x="166648" y="177354"/>
                  <a:pt x="168905" y="180127"/>
                </a:cubicBezTo>
                <a:lnTo>
                  <a:pt x="254099" y="282927"/>
                </a:lnTo>
                <a:cubicBezTo>
                  <a:pt x="261645" y="292021"/>
                  <a:pt x="260033" y="305757"/>
                  <a:pt x="249649" y="311368"/>
                </a:cubicBezTo>
                <a:cubicBezTo>
                  <a:pt x="227657" y="323364"/>
                  <a:pt x="202441" y="330200"/>
                  <a:pt x="175677" y="330200"/>
                </a:cubicBezTo>
                <a:cubicBezTo>
                  <a:pt x="90225" y="330200"/>
                  <a:pt x="20895" y="260871"/>
                  <a:pt x="20895" y="175419"/>
                </a:cubicBezTo>
                <a:cubicBezTo>
                  <a:pt x="20895" y="100930"/>
                  <a:pt x="73457" y="38760"/>
                  <a:pt x="143560" y="23991"/>
                </a:cubicBezTo>
                <a:close/>
                <a:moveTo>
                  <a:pt x="308144" y="185738"/>
                </a:moveTo>
                <a:lnTo>
                  <a:pt x="349419" y="185738"/>
                </a:lnTo>
                <a:cubicBezTo>
                  <a:pt x="361350" y="185738"/>
                  <a:pt x="370895" y="195863"/>
                  <a:pt x="368444" y="207536"/>
                </a:cubicBezTo>
                <a:cubicBezTo>
                  <a:pt x="361866" y="238750"/>
                  <a:pt x="345872" y="266482"/>
                  <a:pt x="323557" y="287635"/>
                </a:cubicBezTo>
                <a:cubicBezTo>
                  <a:pt x="315625" y="295181"/>
                  <a:pt x="303178" y="293568"/>
                  <a:pt x="296213" y="285120"/>
                </a:cubicBezTo>
                <a:lnTo>
                  <a:pt x="241781" y="219531"/>
                </a:lnTo>
                <a:cubicBezTo>
                  <a:pt x="230624" y="206053"/>
                  <a:pt x="240233" y="185738"/>
                  <a:pt x="257646" y="185738"/>
                </a:cubicBezTo>
                <a:lnTo>
                  <a:pt x="308079" y="185738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9100" y="40894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 Metrics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32500" y="4724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analytics showing original word count, summary word count, and exact compression ratio percentage.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795000" y="3873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049000" y="4064000"/>
            <a:ext cx="558800" cy="558800"/>
          </a:xfrm>
          <a:prstGeom prst="ellipse">
            <a:avLst/>
          </a:prstGeom>
          <a:solidFill>
            <a:srgbClr val="4F46E5">
              <a:alpha val="8235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163300" y="41783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0638" y="41275"/>
                </a:moveTo>
                <a:cubicBezTo>
                  <a:pt x="9222" y="41275"/>
                  <a:pt x="0" y="50497"/>
                  <a:pt x="0" y="61912"/>
                </a:cubicBezTo>
                <a:cubicBezTo>
                  <a:pt x="0" y="73328"/>
                  <a:pt x="9222" y="82550"/>
                  <a:pt x="20638" y="82550"/>
                </a:cubicBezTo>
                <a:lnTo>
                  <a:pt x="76552" y="82550"/>
                </a:lnTo>
                <a:cubicBezTo>
                  <a:pt x="84485" y="100801"/>
                  <a:pt x="102672" y="113506"/>
                  <a:pt x="123825" y="113506"/>
                </a:cubicBezTo>
                <a:cubicBezTo>
                  <a:pt x="144978" y="113506"/>
                  <a:pt x="163165" y="100801"/>
                  <a:pt x="171098" y="82550"/>
                </a:cubicBezTo>
                <a:lnTo>
                  <a:pt x="309563" y="82550"/>
                </a:lnTo>
                <a:cubicBezTo>
                  <a:pt x="320978" y="82550"/>
                  <a:pt x="330200" y="73328"/>
                  <a:pt x="330200" y="61912"/>
                </a:cubicBezTo>
                <a:cubicBezTo>
                  <a:pt x="330200" y="50497"/>
                  <a:pt x="320978" y="41275"/>
                  <a:pt x="309563" y="41275"/>
                </a:cubicBezTo>
                <a:lnTo>
                  <a:pt x="171098" y="41275"/>
                </a:lnTo>
                <a:cubicBezTo>
                  <a:pt x="163165" y="23024"/>
                  <a:pt x="144978" y="10319"/>
                  <a:pt x="123825" y="10319"/>
                </a:cubicBezTo>
                <a:cubicBezTo>
                  <a:pt x="102672" y="10319"/>
                  <a:pt x="84485" y="23024"/>
                  <a:pt x="76552" y="41275"/>
                </a:cubicBezTo>
                <a:lnTo>
                  <a:pt x="20638" y="41275"/>
                </a:lnTo>
                <a:close/>
                <a:moveTo>
                  <a:pt x="20638" y="144463"/>
                </a:moveTo>
                <a:cubicBezTo>
                  <a:pt x="9222" y="144463"/>
                  <a:pt x="0" y="153685"/>
                  <a:pt x="0" y="165100"/>
                </a:cubicBezTo>
                <a:cubicBezTo>
                  <a:pt x="0" y="176515"/>
                  <a:pt x="9222" y="185738"/>
                  <a:pt x="20638" y="185738"/>
                </a:cubicBezTo>
                <a:lnTo>
                  <a:pt x="179740" y="185738"/>
                </a:lnTo>
                <a:cubicBezTo>
                  <a:pt x="187672" y="203989"/>
                  <a:pt x="205859" y="216694"/>
                  <a:pt x="227013" y="216694"/>
                </a:cubicBezTo>
                <a:cubicBezTo>
                  <a:pt x="248166" y="216694"/>
                  <a:pt x="266353" y="203989"/>
                  <a:pt x="274285" y="185738"/>
                </a:cubicBezTo>
                <a:lnTo>
                  <a:pt x="309563" y="185738"/>
                </a:lnTo>
                <a:cubicBezTo>
                  <a:pt x="320978" y="185738"/>
                  <a:pt x="330200" y="176515"/>
                  <a:pt x="330200" y="165100"/>
                </a:cubicBezTo>
                <a:cubicBezTo>
                  <a:pt x="330200" y="153685"/>
                  <a:pt x="320978" y="144463"/>
                  <a:pt x="309563" y="144463"/>
                </a:cubicBezTo>
                <a:lnTo>
                  <a:pt x="274285" y="144463"/>
                </a:lnTo>
                <a:cubicBezTo>
                  <a:pt x="266353" y="126211"/>
                  <a:pt x="248166" y="113506"/>
                  <a:pt x="227013" y="113506"/>
                </a:cubicBezTo>
                <a:cubicBezTo>
                  <a:pt x="205859" y="113506"/>
                  <a:pt x="187672" y="126211"/>
                  <a:pt x="179740" y="144463"/>
                </a:cubicBezTo>
                <a:lnTo>
                  <a:pt x="20638" y="144463"/>
                </a:lnTo>
                <a:close/>
                <a:moveTo>
                  <a:pt x="20638" y="247650"/>
                </a:moveTo>
                <a:cubicBezTo>
                  <a:pt x="9222" y="247650"/>
                  <a:pt x="0" y="256872"/>
                  <a:pt x="0" y="268288"/>
                </a:cubicBezTo>
                <a:cubicBezTo>
                  <a:pt x="0" y="279703"/>
                  <a:pt x="9222" y="288925"/>
                  <a:pt x="20638" y="288925"/>
                </a:cubicBezTo>
                <a:lnTo>
                  <a:pt x="55915" y="288925"/>
                </a:lnTo>
                <a:cubicBezTo>
                  <a:pt x="63847" y="307176"/>
                  <a:pt x="82034" y="319881"/>
                  <a:pt x="103188" y="319881"/>
                </a:cubicBezTo>
                <a:cubicBezTo>
                  <a:pt x="124341" y="319881"/>
                  <a:pt x="142528" y="307176"/>
                  <a:pt x="150460" y="288925"/>
                </a:cubicBezTo>
                <a:lnTo>
                  <a:pt x="309563" y="288925"/>
                </a:lnTo>
                <a:cubicBezTo>
                  <a:pt x="320978" y="288925"/>
                  <a:pt x="330200" y="279703"/>
                  <a:pt x="330200" y="268288"/>
                </a:cubicBezTo>
                <a:cubicBezTo>
                  <a:pt x="330200" y="256872"/>
                  <a:pt x="320978" y="247650"/>
                  <a:pt x="309563" y="247650"/>
                </a:cubicBezTo>
                <a:lnTo>
                  <a:pt x="150460" y="247650"/>
                </a:lnTo>
                <a:cubicBezTo>
                  <a:pt x="142528" y="229399"/>
                  <a:pt x="124341" y="216694"/>
                  <a:pt x="103188" y="216694"/>
                </a:cubicBezTo>
                <a:cubicBezTo>
                  <a:pt x="82034" y="216694"/>
                  <a:pt x="63847" y="229399"/>
                  <a:pt x="55915" y="247650"/>
                </a:cubicBezTo>
                <a:lnTo>
                  <a:pt x="20638" y="247650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11785600" y="40894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Configurable Length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49000" y="47244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Short (25-60 words), Medium (50-120 words), or Long (100-250 words) summaries for any use case.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6477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6731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Capabilities: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Recursive summarization for ultra-long documents | Chunking to bypass token limits | Local processing for data privacy | Real-time extraction status feedback | Expandable text preview before summarization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 (UI)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779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4699000" cy="704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333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1460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288925" y="44450"/>
                </a:lnTo>
                <a:cubicBezTo>
                  <a:pt x="301218" y="44450"/>
                  <a:pt x="311150" y="54382"/>
                  <a:pt x="311150" y="66675"/>
                </a:cubicBezTo>
                <a:cubicBezTo>
                  <a:pt x="311150" y="78968"/>
                  <a:pt x="301218" y="88900"/>
                  <a:pt x="28892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close/>
                <a:moveTo>
                  <a:pt x="0" y="177800"/>
                </a:moveTo>
                <a:cubicBezTo>
                  <a:pt x="0" y="165507"/>
                  <a:pt x="9932" y="155575"/>
                  <a:pt x="22225" y="155575"/>
                </a:cubicBezTo>
                <a:lnTo>
                  <a:pt x="288925" y="155575"/>
                </a:lnTo>
                <a:cubicBezTo>
                  <a:pt x="301218" y="155575"/>
                  <a:pt x="311150" y="165507"/>
                  <a:pt x="311150" y="177800"/>
                </a:cubicBezTo>
                <a:cubicBezTo>
                  <a:pt x="311150" y="190093"/>
                  <a:pt x="301218" y="200025"/>
                  <a:pt x="28892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lose/>
                <a:moveTo>
                  <a:pt x="311150" y="288925"/>
                </a:moveTo>
                <a:cubicBezTo>
                  <a:pt x="311150" y="301218"/>
                  <a:pt x="301218" y="311150"/>
                  <a:pt x="288925" y="311150"/>
                </a:cubicBezTo>
                <a:lnTo>
                  <a:pt x="22225" y="311150"/>
                </a:lnTo>
                <a:cubicBezTo>
                  <a:pt x="9932" y="311150"/>
                  <a:pt x="0" y="301218"/>
                  <a:pt x="0" y="288925"/>
                </a:cubicBezTo>
                <a:cubicBezTo>
                  <a:pt x="0" y="276632"/>
                  <a:pt x="9932" y="266700"/>
                  <a:pt x="22225" y="266700"/>
                </a:cubicBezTo>
                <a:lnTo>
                  <a:pt x="288925" y="266700"/>
                </a:lnTo>
                <a:cubicBezTo>
                  <a:pt x="301218" y="266700"/>
                  <a:pt x="311150" y="276632"/>
                  <a:pt x="311150" y="2889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371600"/>
            <a:ext cx="368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Sidebar Panel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4191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About Section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description with AI capabilities overview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Selector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Dropdown with 8 languages: English, Telugu, Hindi, French, Spanish, German, Chinese, Japanese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Length Slider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preset options: Short, Medium, Long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Design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icons, gradient accents, and intuitive controls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333500"/>
            <a:ext cx="4699000" cy="704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78500" y="1333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0EA5E9"/>
          </a:solidFill>
          <a:ln/>
        </p:spPr>
      </p:sp>
      <p:sp>
        <p:nvSpPr>
          <p:cNvPr id="11" name="Shape 9"/>
          <p:cNvSpPr/>
          <p:nvPr/>
        </p:nvSpPr>
        <p:spPr>
          <a:xfrm>
            <a:off x="6010275" y="1460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371600"/>
            <a:ext cx="368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Input Area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159000"/>
            <a:ext cx="4191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Method Selector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Radio buttons: Text Box or File Upload (PDF/Image)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Area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input field for pasting or typing content directly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Uploader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 support for PDF, PNG, JPG, JPEG files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0EA5E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Feedback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spinners, success messages, and error handling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333500"/>
            <a:ext cx="4699000" cy="704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95000" y="13335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49000" y="146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34518" y="22225"/>
                  <a:pt x="44450" y="32157"/>
                  <a:pt x="44450" y="44450"/>
                </a:cubicBezTo>
                <a:lnTo>
                  <a:pt x="44450" y="277813"/>
                </a:lnTo>
                <a:cubicBezTo>
                  <a:pt x="44450" y="283924"/>
                  <a:pt x="49451" y="288925"/>
                  <a:pt x="55563" y="288925"/>
                </a:cubicBezTo>
                <a:lnTo>
                  <a:pt x="333375" y="288925"/>
                </a:lnTo>
                <a:cubicBezTo>
                  <a:pt x="345668" y="288925"/>
                  <a:pt x="355600" y="298857"/>
                  <a:pt x="355600" y="311150"/>
                </a:cubicBezTo>
                <a:cubicBezTo>
                  <a:pt x="355600" y="323443"/>
                  <a:pt x="345668" y="333375"/>
                  <a:pt x="333375" y="333375"/>
                </a:cubicBezTo>
                <a:lnTo>
                  <a:pt x="55563" y="333375"/>
                </a:lnTo>
                <a:cubicBezTo>
                  <a:pt x="24864" y="333375"/>
                  <a:pt x="0" y="308511"/>
                  <a:pt x="0" y="277813"/>
                </a:cubicBezTo>
                <a:lnTo>
                  <a:pt x="0" y="44450"/>
                </a:lnTo>
                <a:cubicBezTo>
                  <a:pt x="0" y="32157"/>
                  <a:pt x="9932" y="22225"/>
                  <a:pt x="22225" y="22225"/>
                </a:cubicBezTo>
                <a:close/>
                <a:moveTo>
                  <a:pt x="88900" y="66675"/>
                </a:moveTo>
                <a:cubicBezTo>
                  <a:pt x="88900" y="54382"/>
                  <a:pt x="98832" y="44450"/>
                  <a:pt x="111125" y="44450"/>
                </a:cubicBezTo>
                <a:lnTo>
                  <a:pt x="244475" y="44450"/>
                </a:lnTo>
                <a:cubicBezTo>
                  <a:pt x="256768" y="44450"/>
                  <a:pt x="266700" y="54382"/>
                  <a:pt x="266700" y="66675"/>
                </a:cubicBezTo>
                <a:cubicBezTo>
                  <a:pt x="266700" y="78968"/>
                  <a:pt x="256768" y="88900"/>
                  <a:pt x="244475" y="88900"/>
                </a:cubicBezTo>
                <a:lnTo>
                  <a:pt x="111125" y="88900"/>
                </a:lnTo>
                <a:cubicBezTo>
                  <a:pt x="98832" y="88900"/>
                  <a:pt x="88900" y="78968"/>
                  <a:pt x="88900" y="66675"/>
                </a:cubicBezTo>
                <a:close/>
                <a:moveTo>
                  <a:pt x="111125" y="122238"/>
                </a:moveTo>
                <a:lnTo>
                  <a:pt x="200025" y="122238"/>
                </a:lnTo>
                <a:cubicBezTo>
                  <a:pt x="212318" y="122238"/>
                  <a:pt x="222250" y="132169"/>
                  <a:pt x="222250" y="144463"/>
                </a:cubicBezTo>
                <a:cubicBezTo>
                  <a:pt x="222250" y="156756"/>
                  <a:pt x="212318" y="166688"/>
                  <a:pt x="200025" y="166688"/>
                </a:cubicBezTo>
                <a:lnTo>
                  <a:pt x="111125" y="166688"/>
                </a:lnTo>
                <a:cubicBezTo>
                  <a:pt x="98832" y="166688"/>
                  <a:pt x="88900" y="156756"/>
                  <a:pt x="88900" y="144463"/>
                </a:cubicBezTo>
                <a:cubicBezTo>
                  <a:pt x="88900" y="132169"/>
                  <a:pt x="98832" y="122238"/>
                  <a:pt x="111125" y="122238"/>
                </a:cubicBezTo>
                <a:close/>
                <a:moveTo>
                  <a:pt x="111125" y="200025"/>
                </a:moveTo>
                <a:lnTo>
                  <a:pt x="288925" y="200025"/>
                </a:lnTo>
                <a:cubicBezTo>
                  <a:pt x="301218" y="200025"/>
                  <a:pt x="311150" y="209957"/>
                  <a:pt x="311150" y="222250"/>
                </a:cubicBezTo>
                <a:cubicBezTo>
                  <a:pt x="311150" y="234543"/>
                  <a:pt x="301218" y="244475"/>
                  <a:pt x="288925" y="244475"/>
                </a:cubicBezTo>
                <a:lnTo>
                  <a:pt x="111125" y="244475"/>
                </a:lnTo>
                <a:cubicBezTo>
                  <a:pt x="98832" y="244475"/>
                  <a:pt x="88900" y="234543"/>
                  <a:pt x="88900" y="222250"/>
                </a:cubicBezTo>
                <a:cubicBezTo>
                  <a:pt x="88900" y="209957"/>
                  <a:pt x="98832" y="200025"/>
                  <a:pt x="111125" y="2000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1600" y="1371600"/>
            <a:ext cx="368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Dashboard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159000"/>
            <a:ext cx="4191000" cy="596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Detection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Auto-detected input language displayed as info badge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Display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Highlighted success box with the final generated summary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 Panel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Styled cards showing original words, summary words, and compression ratio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Button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One-click PDF download with professional formatting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779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39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308100"/>
            <a:ext cx="609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905000"/>
            <a:ext cx="71120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0B981">
                <a:alpha val="18824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" y="2159000"/>
            <a:ext cx="647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Agnostic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manual transcription by accepting images and dense PDFs directly, saving hours of data entry.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Token-Limit Bypass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Chunking and recursive summarization prevent "Out of Memory" crashes common in standard LLMs.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Language Support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for Hindi, Telugu, and other languages improves usability for non-English demographics.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Privacy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Summarization runs on local Hugging Face pipelines without broadcasting sensitive data externally.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2700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0" y="139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18600" y="1308100"/>
            <a:ext cx="609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905000"/>
            <a:ext cx="71120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97316">
                <a:alpha val="18824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9500" y="2159000"/>
            <a:ext cx="647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Intensive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Running deep learning models locally requires significant RAM. On standard CPUs, large PDFs may experience delays.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 Constraints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Tesseract accuracy degrades on handwritten text, stylized fonts, or heavily blurred images.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Translation API Dependency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Relying on external APIs introduces a minor dependency on stable network connectivity.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Loss in Chunking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documents split into chunks may occasionally lose nuanced cross-paragraph context.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175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62000" y="977900"/>
            <a:ext cx="1016000" cy="50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39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308100"/>
            <a:ext cx="609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905000"/>
            <a:ext cx="71120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0B981">
                <a:alpha val="18824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500" y="2159000"/>
            <a:ext cx="647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Agnostic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manual transcription by accepting images and dense PDFs directly, saving hours of data entry.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Token-Limit Bypass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Chunking and recursive summarization prevent "Out of Memory" crashes common in standard LLMs.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Language Support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for Hindi, Telugu, and other languages improves usability for non-English demographics.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Privacy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Summarization runs on local Hugging Face pipelines without broadcasting sensitive data externally.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270000"/>
            <a:ext cx="7112000" cy="63500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0" y="139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18600" y="1308100"/>
            <a:ext cx="609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905000"/>
            <a:ext cx="71120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97316">
                <a:alpha val="18824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99500" y="2159000"/>
            <a:ext cx="647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Intensive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Running deep learning models locally requires significant RAM. On standard CPUs, large PDFs may experience delays.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OCR Constraints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Tesseract accuracy degrades on handwritten text, stylized fonts, or heavily blurred images.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Translation API Dependency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Relying on external APIs introduces a minor dependency on stable network connectivity.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Loss in Chunking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documents split into chunks may occasionally lose nuanced cross-paragraph context.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a3d2dzutr2zm/mnt/agents/output/ai-summarizer/images/3_Blue_White_Tech_Geometric_Abstract.png">    </p:cNvPr>
          <p:cNvPicPr>
            <a:picLocks noChangeAspect="1"/>
          </p:cNvPicPr>
          <p:nvPr/>
        </p:nvPicPr>
        <p:blipFill>
          <a:blip r:embed="rId1"/>
          <a:srcRect l="8296" r="829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F8FAFC">
                  <a:alpha val="0"/>
                </a:srgbClr>
              </a:gs>
              <a:gs pos="30000">
                <a:srgbClr val="F8FAFC">
                  <a:alpha val="80000"/>
                </a:srgbClr>
              </a:gs>
              <a:gs pos="100000">
                <a:srgbClr val="F8FAFC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635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1460500"/>
            <a:ext cx="2540000" cy="50800"/>
          </a:xfrm>
          <a:prstGeom prst="rect">
            <a:avLst/>
          </a:pr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0" scaled="1"/>
          </a:gradFill>
          <a:ln/>
        </p:spPr>
      </p:sp>
      <p:sp>
        <p:nvSpPr>
          <p:cNvPr id="6" name="Shape 3"/>
          <p:cNvSpPr/>
          <p:nvPr/>
        </p:nvSpPr>
        <p:spPr>
          <a:xfrm>
            <a:off x="762000" y="1778000"/>
            <a:ext cx="14732000" cy="1651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4F46E5">
                  <a:alpha val="6000"/>
                </a:srgbClr>
              </a:gs>
              <a:gs pos="100000">
                <a:srgbClr val="0EA5E9">
                  <a:alpha val="6000"/>
                </a:srgbClr>
              </a:gs>
            </a:gsLst>
            <a:lin ang="8100000" scaled="1"/>
          </a:gra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30300" y="2095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1968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9500" y="2476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an end-to-end AI pipeline bridging raw document formats and actionable knowledge. By combining OCR, NLP transformers, and multilingual translation, it addresses real-world challenges of information overload and language barriers.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3683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4216400"/>
            <a:ext cx="762000" cy="381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762000" y="4508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922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16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4" name="Text 11"/>
          <p:cNvSpPr/>
          <p:nvPr/>
        </p:nvSpPr>
        <p:spPr>
          <a:xfrm>
            <a:off x="1524000" y="46355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Acceleration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CUDA/cuDNN support to reduce inference from seconds to milliseconds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15000" y="4508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922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91225" y="476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77800" y="111125"/>
                </a:moveTo>
                <a:lnTo>
                  <a:pt x="177800" y="177800"/>
                </a:lnTo>
                <a:lnTo>
                  <a:pt x="266700" y="177800"/>
                </a:lnTo>
                <a:lnTo>
                  <a:pt x="266700" y="111125"/>
                </a:lnTo>
                <a:lnTo>
                  <a:pt x="177800" y="111125"/>
                </a:lnTo>
                <a:close/>
                <a:moveTo>
                  <a:pt x="133350" y="111125"/>
                </a:moveTo>
                <a:lnTo>
                  <a:pt x="44450" y="111125"/>
                </a:lnTo>
                <a:lnTo>
                  <a:pt x="44450" y="177800"/>
                </a:lnTo>
                <a:lnTo>
                  <a:pt x="133350" y="177800"/>
                </a:lnTo>
                <a:lnTo>
                  <a:pt x="133350" y="111125"/>
                </a:lnTo>
                <a:close/>
                <a:moveTo>
                  <a:pt x="0" y="222250"/>
                </a:move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222250"/>
                </a:lnTo>
                <a:close/>
                <a:moveTo>
                  <a:pt x="266700" y="222250"/>
                </a:moveTo>
                <a:lnTo>
                  <a:pt x="177800" y="222250"/>
                </a:lnTo>
                <a:lnTo>
                  <a:pt x="177800" y="288925"/>
                </a:lnTo>
                <a:lnTo>
                  <a:pt x="266700" y="288925"/>
                </a:lnTo>
                <a:lnTo>
                  <a:pt x="266700" y="222250"/>
                </a:lnTo>
                <a:close/>
                <a:moveTo>
                  <a:pt x="133350" y="288925"/>
                </a:moveTo>
                <a:lnTo>
                  <a:pt x="133350" y="222250"/>
                </a:lnTo>
                <a:lnTo>
                  <a:pt x="44450" y="222250"/>
                </a:lnTo>
                <a:lnTo>
                  <a:pt x="44450" y="288925"/>
                </a:lnTo>
                <a:lnTo>
                  <a:pt x="133350" y="288925"/>
                </a:lnTo>
                <a:close/>
              </a:path>
            </a:pathLst>
          </a:custGeom>
          <a:solidFill>
            <a:srgbClr val="0EA5E9"/>
          </a:solidFill>
          <a:ln/>
        </p:spPr>
      </p:sp>
      <p:sp>
        <p:nvSpPr>
          <p:cNvPr id="17" name="Text 14"/>
          <p:cNvSpPr/>
          <p:nvPr/>
        </p:nvSpPr>
        <p:spPr>
          <a:xfrm>
            <a:off x="6477000" y="46355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LayoutLM Parsing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 tables, charts, and spatial hierarchies in PDF extraction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668000" y="45085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922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899775" y="476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11125" y="0"/>
                </a:moveTo>
                <a:cubicBezTo>
                  <a:pt x="123418" y="0"/>
                  <a:pt x="133350" y="9932"/>
                  <a:pt x="133350" y="22225"/>
                </a:cubicBezTo>
                <a:lnTo>
                  <a:pt x="133350" y="44450"/>
                </a:lnTo>
                <a:lnTo>
                  <a:pt x="222250" y="44450"/>
                </a:lnTo>
                <a:cubicBezTo>
                  <a:pt x="234543" y="44450"/>
                  <a:pt x="244475" y="54382"/>
                  <a:pt x="244475" y="66675"/>
                </a:cubicBezTo>
                <a:cubicBezTo>
                  <a:pt x="244475" y="78968"/>
                  <a:pt x="234543" y="88900"/>
                  <a:pt x="222250" y="88900"/>
                </a:cubicBezTo>
                <a:lnTo>
                  <a:pt x="215583" y="88900"/>
                </a:lnTo>
                <a:lnTo>
                  <a:pt x="209748" y="104944"/>
                </a:lnTo>
                <a:cubicBezTo>
                  <a:pt x="198358" y="136336"/>
                  <a:pt x="181203" y="165021"/>
                  <a:pt x="159603" y="189676"/>
                </a:cubicBezTo>
                <a:cubicBezTo>
                  <a:pt x="169466" y="195788"/>
                  <a:pt x="179745" y="201206"/>
                  <a:pt x="190440" y="205998"/>
                </a:cubicBezTo>
                <a:lnTo>
                  <a:pt x="225445" y="221555"/>
                </a:lnTo>
                <a:lnTo>
                  <a:pt x="268645" y="124321"/>
                </a:lnTo>
                <a:cubicBezTo>
                  <a:pt x="272187" y="116265"/>
                  <a:pt x="280174" y="111125"/>
                  <a:pt x="288925" y="111125"/>
                </a:cubicBezTo>
                <a:cubicBezTo>
                  <a:pt x="297676" y="111125"/>
                  <a:pt x="305663" y="116265"/>
                  <a:pt x="309205" y="124321"/>
                </a:cubicBezTo>
                <a:lnTo>
                  <a:pt x="398105" y="324346"/>
                </a:lnTo>
                <a:cubicBezTo>
                  <a:pt x="403106" y="335598"/>
                  <a:pt x="398036" y="348724"/>
                  <a:pt x="386854" y="353655"/>
                </a:cubicBezTo>
                <a:cubicBezTo>
                  <a:pt x="375672" y="358586"/>
                  <a:pt x="362476" y="353586"/>
                  <a:pt x="357545" y="342404"/>
                </a:cubicBezTo>
                <a:lnTo>
                  <a:pt x="343654" y="311150"/>
                </a:lnTo>
                <a:lnTo>
                  <a:pt x="234265" y="311150"/>
                </a:lnTo>
                <a:lnTo>
                  <a:pt x="220375" y="342404"/>
                </a:lnTo>
                <a:cubicBezTo>
                  <a:pt x="215374" y="353655"/>
                  <a:pt x="202247" y="358656"/>
                  <a:pt x="191066" y="353655"/>
                </a:cubicBezTo>
                <a:cubicBezTo>
                  <a:pt x="179884" y="348655"/>
                  <a:pt x="174814" y="335528"/>
                  <a:pt x="179814" y="324346"/>
                </a:cubicBezTo>
                <a:lnTo>
                  <a:pt x="207456" y="262186"/>
                </a:lnTo>
                <a:lnTo>
                  <a:pt x="172452" y="246628"/>
                </a:lnTo>
                <a:cubicBezTo>
                  <a:pt x="156478" y="239544"/>
                  <a:pt x="141198" y="231071"/>
                  <a:pt x="126752" y="221347"/>
                </a:cubicBezTo>
                <a:cubicBezTo>
                  <a:pt x="111958" y="233293"/>
                  <a:pt x="95776" y="243711"/>
                  <a:pt x="78482" y="252393"/>
                </a:cubicBezTo>
                <a:lnTo>
                  <a:pt x="54382" y="264339"/>
                </a:lnTo>
                <a:cubicBezTo>
                  <a:pt x="43408" y="269825"/>
                  <a:pt x="30073" y="265380"/>
                  <a:pt x="24586" y="254407"/>
                </a:cubicBezTo>
                <a:cubicBezTo>
                  <a:pt x="19100" y="243433"/>
                  <a:pt x="23545" y="230098"/>
                  <a:pt x="34518" y="224611"/>
                </a:cubicBezTo>
                <a:lnTo>
                  <a:pt x="58480" y="212596"/>
                </a:lnTo>
                <a:cubicBezTo>
                  <a:pt x="69800" y="206901"/>
                  <a:pt x="80566" y="200303"/>
                  <a:pt x="90706" y="192941"/>
                </a:cubicBezTo>
                <a:cubicBezTo>
                  <a:pt x="81121" y="184120"/>
                  <a:pt x="72092" y="174605"/>
                  <a:pt x="63689" y="164534"/>
                </a:cubicBezTo>
                <a:lnTo>
                  <a:pt x="56674" y="156061"/>
                </a:lnTo>
                <a:cubicBezTo>
                  <a:pt x="48826" y="146616"/>
                  <a:pt x="50076" y="132586"/>
                  <a:pt x="59521" y="124738"/>
                </a:cubicBezTo>
                <a:cubicBezTo>
                  <a:pt x="68967" y="116890"/>
                  <a:pt x="82996" y="118140"/>
                  <a:pt x="90845" y="127585"/>
                </a:cubicBezTo>
                <a:lnTo>
                  <a:pt x="97929" y="136059"/>
                </a:lnTo>
                <a:cubicBezTo>
                  <a:pt x="105916" y="145713"/>
                  <a:pt x="114667" y="154672"/>
                  <a:pt x="123904" y="162937"/>
                </a:cubicBezTo>
                <a:cubicBezTo>
                  <a:pt x="143004" y="141823"/>
                  <a:pt x="158075" y="117029"/>
                  <a:pt x="168007" y="89733"/>
                </a:cubicBezTo>
                <a:lnTo>
                  <a:pt x="168354" y="88900"/>
                </a:lnTo>
                <a:lnTo>
                  <a:pt x="22294" y="88900"/>
                </a:lnTo>
                <a:cubicBezTo>
                  <a:pt x="9932" y="88900"/>
                  <a:pt x="0" y="78968"/>
                  <a:pt x="0" y="66675"/>
                </a:cubicBezTo>
                <a:cubicBezTo>
                  <a:pt x="0" y="54382"/>
                  <a:pt x="9932" y="44450"/>
                  <a:pt x="22225" y="44450"/>
                </a:cubicBezTo>
                <a:lnTo>
                  <a:pt x="88900" y="44450"/>
                </a:lnTo>
                <a:lnTo>
                  <a:pt x="88900" y="22225"/>
                </a:lnTo>
                <a:cubicBezTo>
                  <a:pt x="88900" y="9932"/>
                  <a:pt x="98832" y="0"/>
                  <a:pt x="111125" y="0"/>
                </a:cubicBezTo>
                <a:close/>
                <a:moveTo>
                  <a:pt x="288925" y="188079"/>
                </a:moveTo>
                <a:lnTo>
                  <a:pt x="253990" y="266700"/>
                </a:lnTo>
                <a:lnTo>
                  <a:pt x="323860" y="266700"/>
                </a:lnTo>
                <a:lnTo>
                  <a:pt x="288925" y="18807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0" y="46355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LLMs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Fine-tuned IndicBART models for improved Telugu and Hindi accuracy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60960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922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060450" y="6350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1524000" y="6223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Flutter or React Native app for on-the-go summarization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15000" y="60960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922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6775" y="635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6477000" y="6223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Deployment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Auto-scaling cloud infrastructure for concurrent users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318000" y="7747000"/>
            <a:ext cx="7620000" cy="698500"/>
          </a:xfrm>
          <a:prstGeom prst="roundRect">
            <a:avLst>
              <a:gd name="adj" fmla="val 15000"/>
            </a:avLst>
          </a:prstGeom>
          <a:gradFill rotWithShape="1" flip="none">
            <a:gsLst>
              <a:gs pos="0">
                <a:srgbClr val="4F46E5"/>
              </a:gs>
              <a:gs pos="100000">
                <a:srgbClr val="0EA5E9"/>
              </a:gs>
            </a:gsLst>
            <a:lin ang="8100000" scaled="1"/>
          </a:gradFill>
          <a:ln/>
          <a:effectLst>
            <a:outerShdw sx="100000" sy="100000" kx="0" ky="0" algn="bl" rotWithShape="0" blurRad="152400" dist="50800" dir="5400000">
              <a:srgbClr val="4f46e5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318000" y="774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| Questions Welcome!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Multilingual Text Summarizer with OCR</dc:title>
  <dc:subject>AI Multilingual Text Summarizer with OCR</dc:subject>
  <dc:creator>Kimi</dc:creator>
  <cp:lastModifiedBy>Kimi</cp:lastModifiedBy>
  <cp:revision>1</cp:revision>
  <dcterms:created xsi:type="dcterms:W3CDTF">2026-04-24T09:41:05Z</dcterms:created>
  <dcterms:modified xsi:type="dcterms:W3CDTF">2026-04-24T09:41:05Z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 Multilingual Text Summarizer with OCR","ContentProducer":"001191110108MACG2KBH8F10000","ProduceID":"19dbedb3-d042-81b8-8000-00008f97394f","ReservedCode1":"","ContentPropagator":"001191110108MACG2KBH8F20000","PropagateID":"19dbedb3-d042-81b8-8000-00008f97394f","ReservedCode2":""}</vt:lpwstr>
  </property>
</Properties>
</file>